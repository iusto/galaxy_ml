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98" r:id="rId5"/>
    <p:sldId id="283" r:id="rId6"/>
    <p:sldId id="292" r:id="rId7"/>
    <p:sldId id="301" r:id="rId8"/>
    <p:sldId id="305" r:id="rId9"/>
    <p:sldId id="306" r:id="rId10"/>
    <p:sldId id="297" r:id="rId11"/>
    <p:sldId id="303" r:id="rId12"/>
    <p:sldId id="293" r:id="rId13"/>
    <p:sldId id="307" r:id="rId14"/>
    <p:sldId id="308" r:id="rId15"/>
    <p:sldId id="300" r:id="rId16"/>
    <p:sldId id="299" r:id="rId17"/>
    <p:sldId id="285" r:id="rId18"/>
    <p:sldId id="296" r:id="rId19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979" autoAdjust="0"/>
  </p:normalViewPr>
  <p:slideViewPr>
    <p:cSldViewPr snapToGrid="0">
      <p:cViewPr varScale="1">
        <p:scale>
          <a:sx n="69" d="100"/>
          <a:sy n="69" d="100"/>
        </p:scale>
        <p:origin x="564" y="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A7B379-CF93-451C-92DF-C0D19C44A4BE}" type="doc">
      <dgm:prSet loTypeId="urn:microsoft.com/office/officeart/2008/layout/BendingPictureSemiTransparentText" loCatId="picture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pPr latinLnBrk="1"/>
          <a:endParaRPr lang="ko-KR" altLang="en-US"/>
        </a:p>
      </dgm:t>
    </dgm:pt>
    <dgm:pt modelId="{7BA96C19-304A-454C-88A3-61567B4BB66B}">
      <dgm:prSet phldrT="[텍스트]"/>
      <dgm:spPr/>
      <dgm:t>
        <a:bodyPr/>
        <a:lstStyle/>
        <a:p>
          <a:pPr latinLnBrk="1"/>
          <a:r>
            <a:rPr lang="ko-KR" altLang="en-US" dirty="0" smtClean="0"/>
            <a:t>타원은하</a:t>
          </a:r>
          <a:endParaRPr lang="ko-KR" altLang="en-US" dirty="0"/>
        </a:p>
      </dgm:t>
    </dgm:pt>
    <dgm:pt modelId="{62A33C43-A8A9-49C5-8904-F281A37F171D}" type="parTrans" cxnId="{12870A18-87BB-4FDB-A233-B48CE54EF53A}">
      <dgm:prSet/>
      <dgm:spPr/>
      <dgm:t>
        <a:bodyPr/>
        <a:lstStyle/>
        <a:p>
          <a:pPr latinLnBrk="1"/>
          <a:endParaRPr lang="ko-KR" altLang="en-US"/>
        </a:p>
      </dgm:t>
    </dgm:pt>
    <dgm:pt modelId="{865F7203-34B5-4CB3-A334-6A79B318AD08}" type="sibTrans" cxnId="{12870A18-87BB-4FDB-A233-B48CE54EF53A}">
      <dgm:prSet/>
      <dgm:spPr/>
      <dgm:t>
        <a:bodyPr/>
        <a:lstStyle/>
        <a:p>
          <a:pPr latinLnBrk="1"/>
          <a:endParaRPr lang="ko-KR" altLang="en-US"/>
        </a:p>
      </dgm:t>
    </dgm:pt>
    <dgm:pt modelId="{F49AFD64-B5AA-466B-957E-E33E32669681}">
      <dgm:prSet phldrT="[텍스트]"/>
      <dgm:spPr/>
      <dgm:t>
        <a:bodyPr/>
        <a:lstStyle/>
        <a:p>
          <a:pPr latinLnBrk="1"/>
          <a:r>
            <a:rPr lang="ko-KR" altLang="en-US" dirty="0" smtClean="0"/>
            <a:t>나선은하</a:t>
          </a:r>
          <a:endParaRPr lang="ko-KR" altLang="en-US" dirty="0"/>
        </a:p>
      </dgm:t>
    </dgm:pt>
    <dgm:pt modelId="{703C6649-9E27-483E-B0F9-479AE09FD478}" type="parTrans" cxnId="{0AE2A128-C034-4541-ACB4-2B8EE89E1FBB}">
      <dgm:prSet/>
      <dgm:spPr/>
      <dgm:t>
        <a:bodyPr/>
        <a:lstStyle/>
        <a:p>
          <a:pPr latinLnBrk="1"/>
          <a:endParaRPr lang="ko-KR" altLang="en-US"/>
        </a:p>
      </dgm:t>
    </dgm:pt>
    <dgm:pt modelId="{1C8E12DA-8F8A-45FA-AA1A-F6FA1C106E18}" type="sibTrans" cxnId="{0AE2A128-C034-4541-ACB4-2B8EE89E1FBB}">
      <dgm:prSet/>
      <dgm:spPr/>
      <dgm:t>
        <a:bodyPr/>
        <a:lstStyle/>
        <a:p>
          <a:pPr latinLnBrk="1"/>
          <a:endParaRPr lang="ko-KR" altLang="en-US"/>
        </a:p>
      </dgm:t>
    </dgm:pt>
    <dgm:pt modelId="{3F17D905-3212-4ADC-A6C7-A77123AACECF}">
      <dgm:prSet phldrT="[텍스트]"/>
      <dgm:spPr/>
      <dgm:t>
        <a:bodyPr/>
        <a:lstStyle/>
        <a:p>
          <a:pPr latinLnBrk="1"/>
          <a:r>
            <a:rPr lang="ko-KR" altLang="en-US" dirty="0" smtClean="0"/>
            <a:t>막대나선은하</a:t>
          </a:r>
          <a:endParaRPr lang="ko-KR" altLang="en-US" dirty="0"/>
        </a:p>
      </dgm:t>
    </dgm:pt>
    <dgm:pt modelId="{B48FBF6B-2882-4B4F-9246-2B060D4D8E35}" type="parTrans" cxnId="{3F7962EB-ECCD-41EE-B943-D2FF12BB4A4A}">
      <dgm:prSet/>
      <dgm:spPr/>
      <dgm:t>
        <a:bodyPr/>
        <a:lstStyle/>
        <a:p>
          <a:pPr latinLnBrk="1"/>
          <a:endParaRPr lang="ko-KR" altLang="en-US"/>
        </a:p>
      </dgm:t>
    </dgm:pt>
    <dgm:pt modelId="{F9742BCD-E65A-4BAC-9A31-7AE37E3A736B}" type="sibTrans" cxnId="{3F7962EB-ECCD-41EE-B943-D2FF12BB4A4A}">
      <dgm:prSet/>
      <dgm:spPr/>
      <dgm:t>
        <a:bodyPr/>
        <a:lstStyle/>
        <a:p>
          <a:pPr latinLnBrk="1"/>
          <a:endParaRPr lang="ko-KR" altLang="en-US"/>
        </a:p>
      </dgm:t>
    </dgm:pt>
    <dgm:pt modelId="{C2FEEB8D-C889-4C16-B3C6-075292F85DCA}" type="pres">
      <dgm:prSet presAssocID="{A7A7B379-CF93-451C-92DF-C0D19C44A4B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047F5B6-64DE-4C5A-AD67-F5E15252D1DB}" type="pres">
      <dgm:prSet presAssocID="{7BA96C19-304A-454C-88A3-61567B4BB66B}" presName="composite" presStyleCnt="0"/>
      <dgm:spPr/>
    </dgm:pt>
    <dgm:pt modelId="{A47F6036-EA9C-40E5-809A-CD00151EA23B}" type="pres">
      <dgm:prSet presAssocID="{7BA96C19-304A-454C-88A3-61567B4BB66B}" presName="rect1" presStyleLbl="bgShp" presStyleIdx="0" presStyleCnt="3"/>
      <dgm:spPr/>
    </dgm:pt>
    <dgm:pt modelId="{99C7D585-E8DD-4A32-B133-E1BE3675268C}" type="pres">
      <dgm:prSet presAssocID="{7BA96C19-304A-454C-88A3-61567B4BB66B}" presName="rect2" presStyleLbl="trBgShp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1F23F8F-A50C-4D78-AE8F-227974EC8581}" type="pres">
      <dgm:prSet presAssocID="{865F7203-34B5-4CB3-A334-6A79B318AD08}" presName="sibTrans" presStyleCnt="0"/>
      <dgm:spPr/>
    </dgm:pt>
    <dgm:pt modelId="{213AB83D-D119-449D-B4F0-0E2E6B480DF2}" type="pres">
      <dgm:prSet presAssocID="{F49AFD64-B5AA-466B-957E-E33E32669681}" presName="composite" presStyleCnt="0"/>
      <dgm:spPr/>
    </dgm:pt>
    <dgm:pt modelId="{D364C162-8AAB-4FD9-8182-52613B208B63}" type="pres">
      <dgm:prSet presAssocID="{F49AFD64-B5AA-466B-957E-E33E32669681}" presName="rect1" presStyleLbl="bgShp" presStyleIdx="1" presStyleCnt="3"/>
      <dgm:spPr/>
    </dgm:pt>
    <dgm:pt modelId="{9CC79A60-61EA-43B7-8DA0-BF4AD13AC4D7}" type="pres">
      <dgm:prSet presAssocID="{F49AFD64-B5AA-466B-957E-E33E32669681}" presName="rect2" presStyleLbl="trBgShp" presStyleIdx="1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DC50970-47C9-4E0E-8A69-E9A4837587D8}" type="pres">
      <dgm:prSet presAssocID="{1C8E12DA-8F8A-45FA-AA1A-F6FA1C106E18}" presName="sibTrans" presStyleCnt="0"/>
      <dgm:spPr/>
    </dgm:pt>
    <dgm:pt modelId="{C5A16922-698A-4645-AE88-4AFA865DCEE1}" type="pres">
      <dgm:prSet presAssocID="{3F17D905-3212-4ADC-A6C7-A77123AACECF}" presName="composite" presStyleCnt="0"/>
      <dgm:spPr/>
    </dgm:pt>
    <dgm:pt modelId="{DDB06B77-220D-48FF-8530-9C2DF187999D}" type="pres">
      <dgm:prSet presAssocID="{3F17D905-3212-4ADC-A6C7-A77123AACECF}" presName="rect1" presStyleLbl="bgShp" presStyleIdx="2" presStyleCnt="3"/>
      <dgm:spPr/>
    </dgm:pt>
    <dgm:pt modelId="{4857F74A-5CF6-4D95-8551-3820660AF7A9}" type="pres">
      <dgm:prSet presAssocID="{3F17D905-3212-4ADC-A6C7-A77123AACECF}" presName="rect2" presStyleLbl="trBgShp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C6EFB519-F102-4E73-9D88-7C2B08A57CB3}" type="presOf" srcId="{A7A7B379-CF93-451C-92DF-C0D19C44A4BE}" destId="{C2FEEB8D-C889-4C16-B3C6-075292F85DCA}" srcOrd="0" destOrd="0" presId="urn:microsoft.com/office/officeart/2008/layout/BendingPictureSemiTransparentText"/>
    <dgm:cxn modelId="{0AE2A128-C034-4541-ACB4-2B8EE89E1FBB}" srcId="{A7A7B379-CF93-451C-92DF-C0D19C44A4BE}" destId="{F49AFD64-B5AA-466B-957E-E33E32669681}" srcOrd="1" destOrd="0" parTransId="{703C6649-9E27-483E-B0F9-479AE09FD478}" sibTransId="{1C8E12DA-8F8A-45FA-AA1A-F6FA1C106E18}"/>
    <dgm:cxn modelId="{2D814509-4C09-4E14-A08B-E8AD79F9A1BE}" type="presOf" srcId="{7BA96C19-304A-454C-88A3-61567B4BB66B}" destId="{99C7D585-E8DD-4A32-B133-E1BE3675268C}" srcOrd="0" destOrd="0" presId="urn:microsoft.com/office/officeart/2008/layout/BendingPictureSemiTransparentText"/>
    <dgm:cxn modelId="{42F536B6-62F7-45CE-9DBA-3B73163B2A11}" type="presOf" srcId="{F49AFD64-B5AA-466B-957E-E33E32669681}" destId="{9CC79A60-61EA-43B7-8DA0-BF4AD13AC4D7}" srcOrd="0" destOrd="0" presId="urn:microsoft.com/office/officeart/2008/layout/BendingPictureSemiTransparentText"/>
    <dgm:cxn modelId="{8026FD9B-A087-4000-9F04-791BE1D96537}" type="presOf" srcId="{3F17D905-3212-4ADC-A6C7-A77123AACECF}" destId="{4857F74A-5CF6-4D95-8551-3820660AF7A9}" srcOrd="0" destOrd="0" presId="urn:microsoft.com/office/officeart/2008/layout/BendingPictureSemiTransparentText"/>
    <dgm:cxn modelId="{12870A18-87BB-4FDB-A233-B48CE54EF53A}" srcId="{A7A7B379-CF93-451C-92DF-C0D19C44A4BE}" destId="{7BA96C19-304A-454C-88A3-61567B4BB66B}" srcOrd="0" destOrd="0" parTransId="{62A33C43-A8A9-49C5-8904-F281A37F171D}" sibTransId="{865F7203-34B5-4CB3-A334-6A79B318AD08}"/>
    <dgm:cxn modelId="{3F7962EB-ECCD-41EE-B943-D2FF12BB4A4A}" srcId="{A7A7B379-CF93-451C-92DF-C0D19C44A4BE}" destId="{3F17D905-3212-4ADC-A6C7-A77123AACECF}" srcOrd="2" destOrd="0" parTransId="{B48FBF6B-2882-4B4F-9246-2B060D4D8E35}" sibTransId="{F9742BCD-E65A-4BAC-9A31-7AE37E3A736B}"/>
    <dgm:cxn modelId="{65A46107-2380-4DE7-8A7D-AFE934C1B44B}" type="presParOf" srcId="{C2FEEB8D-C889-4C16-B3C6-075292F85DCA}" destId="{B047F5B6-64DE-4C5A-AD67-F5E15252D1DB}" srcOrd="0" destOrd="0" presId="urn:microsoft.com/office/officeart/2008/layout/BendingPictureSemiTransparentText"/>
    <dgm:cxn modelId="{C2E5B460-8F7D-4028-B4C3-22245B2F85FD}" type="presParOf" srcId="{B047F5B6-64DE-4C5A-AD67-F5E15252D1DB}" destId="{A47F6036-EA9C-40E5-809A-CD00151EA23B}" srcOrd="0" destOrd="0" presId="urn:microsoft.com/office/officeart/2008/layout/BendingPictureSemiTransparentText"/>
    <dgm:cxn modelId="{27036446-61B7-4108-B7C4-969AA3217F55}" type="presParOf" srcId="{B047F5B6-64DE-4C5A-AD67-F5E15252D1DB}" destId="{99C7D585-E8DD-4A32-B133-E1BE3675268C}" srcOrd="1" destOrd="0" presId="urn:microsoft.com/office/officeart/2008/layout/BendingPictureSemiTransparentText"/>
    <dgm:cxn modelId="{9D47F883-D93E-4C4A-BDB7-7D6450492E06}" type="presParOf" srcId="{C2FEEB8D-C889-4C16-B3C6-075292F85DCA}" destId="{21F23F8F-A50C-4D78-AE8F-227974EC8581}" srcOrd="1" destOrd="0" presId="urn:microsoft.com/office/officeart/2008/layout/BendingPictureSemiTransparentText"/>
    <dgm:cxn modelId="{951E7A4B-FA65-44F2-9083-6AA2F986F6DB}" type="presParOf" srcId="{C2FEEB8D-C889-4C16-B3C6-075292F85DCA}" destId="{213AB83D-D119-449D-B4F0-0E2E6B480DF2}" srcOrd="2" destOrd="0" presId="urn:microsoft.com/office/officeart/2008/layout/BendingPictureSemiTransparentText"/>
    <dgm:cxn modelId="{C1159901-BD70-447D-857E-F2EB5EADD9DB}" type="presParOf" srcId="{213AB83D-D119-449D-B4F0-0E2E6B480DF2}" destId="{D364C162-8AAB-4FD9-8182-52613B208B63}" srcOrd="0" destOrd="0" presId="urn:microsoft.com/office/officeart/2008/layout/BendingPictureSemiTransparentText"/>
    <dgm:cxn modelId="{5A709958-FEAC-4D4C-ADA1-75F5D5BB3938}" type="presParOf" srcId="{213AB83D-D119-449D-B4F0-0E2E6B480DF2}" destId="{9CC79A60-61EA-43B7-8DA0-BF4AD13AC4D7}" srcOrd="1" destOrd="0" presId="urn:microsoft.com/office/officeart/2008/layout/BendingPictureSemiTransparentText"/>
    <dgm:cxn modelId="{C1B4D65F-10E2-4B8E-8D80-70ECD0FCD213}" type="presParOf" srcId="{C2FEEB8D-C889-4C16-B3C6-075292F85DCA}" destId="{6DC50970-47C9-4E0E-8A69-E9A4837587D8}" srcOrd="3" destOrd="0" presId="urn:microsoft.com/office/officeart/2008/layout/BendingPictureSemiTransparentText"/>
    <dgm:cxn modelId="{39FDD8BE-540E-4533-BDAA-D1C814617D23}" type="presParOf" srcId="{C2FEEB8D-C889-4C16-B3C6-075292F85DCA}" destId="{C5A16922-698A-4645-AE88-4AFA865DCEE1}" srcOrd="4" destOrd="0" presId="urn:microsoft.com/office/officeart/2008/layout/BendingPictureSemiTransparentText"/>
    <dgm:cxn modelId="{E36ED60F-72C4-4B7B-8E64-3543C2FFAD3A}" type="presParOf" srcId="{C5A16922-698A-4645-AE88-4AFA865DCEE1}" destId="{DDB06B77-220D-48FF-8530-9C2DF187999D}" srcOrd="0" destOrd="0" presId="urn:microsoft.com/office/officeart/2008/layout/BendingPictureSemiTransparentText"/>
    <dgm:cxn modelId="{7C99D238-D0B7-49BC-9936-5E498F4DAB87}" type="presParOf" srcId="{C5A16922-698A-4645-AE88-4AFA865DCEE1}" destId="{4857F74A-5CF6-4D95-8551-3820660AF7A9}" srcOrd="1" destOrd="0" presId="urn:microsoft.com/office/officeart/2008/layout/BendingPictureSemiTransparentTex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A7B379-CF93-451C-92DF-C0D19C44A4BE}" type="doc">
      <dgm:prSet loTypeId="urn:microsoft.com/office/officeart/2005/8/layout/cycle3" loCatId="cycle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pPr latinLnBrk="1"/>
          <a:endParaRPr lang="ko-KR" altLang="en-US"/>
        </a:p>
      </dgm:t>
    </dgm:pt>
    <dgm:pt modelId="{EEC7348B-3837-462A-917A-D740E2410FAC}">
      <dgm:prSet phldrT="[텍스트]"/>
      <dgm:spPr/>
      <dgm:t>
        <a:bodyPr/>
        <a:lstStyle/>
        <a:p>
          <a:pPr latinLnBrk="1"/>
          <a:r>
            <a:rPr lang="ko-KR" altLang="en-US" dirty="0" err="1" smtClean="0"/>
            <a:t>웹크롤링</a:t>
          </a:r>
          <a:endParaRPr lang="ko-KR" altLang="en-US" dirty="0"/>
        </a:p>
      </dgm:t>
    </dgm:pt>
    <dgm:pt modelId="{FE2AD474-FF27-4FF1-9ACF-8A09F6554D27}" type="parTrans" cxnId="{489D90CE-8A6D-4352-9207-4E53416B4878}">
      <dgm:prSet/>
      <dgm:spPr/>
      <dgm:t>
        <a:bodyPr/>
        <a:lstStyle/>
        <a:p>
          <a:pPr latinLnBrk="1"/>
          <a:endParaRPr lang="ko-KR" altLang="en-US"/>
        </a:p>
      </dgm:t>
    </dgm:pt>
    <dgm:pt modelId="{41122C8F-6CBE-4541-9D60-DBE1B65E8C7C}" type="sibTrans" cxnId="{489D90CE-8A6D-4352-9207-4E53416B4878}">
      <dgm:prSet/>
      <dgm:spPr/>
      <dgm:t>
        <a:bodyPr/>
        <a:lstStyle/>
        <a:p>
          <a:pPr latinLnBrk="1"/>
          <a:endParaRPr lang="ko-KR" altLang="en-US"/>
        </a:p>
      </dgm:t>
    </dgm:pt>
    <dgm:pt modelId="{76AC8F47-D00E-470A-8DDA-9D24CAA8A8A5}">
      <dgm:prSet phldrT="[텍스트]"/>
      <dgm:spPr/>
      <dgm:t>
        <a:bodyPr/>
        <a:lstStyle/>
        <a:p>
          <a:pPr latinLnBrk="1"/>
          <a:r>
            <a:rPr lang="ko-KR" altLang="en-US" dirty="0" smtClean="0"/>
            <a:t>필요한 데이터</a:t>
          </a:r>
          <a:endParaRPr lang="en-US" altLang="ko-KR" dirty="0" smtClean="0"/>
        </a:p>
        <a:p>
          <a:pPr latinLnBrk="1"/>
          <a:r>
            <a:rPr lang="ko-KR" altLang="en-US" dirty="0" err="1" smtClean="0"/>
            <a:t>컬렉팅</a:t>
          </a:r>
          <a:endParaRPr lang="ko-KR" altLang="en-US" dirty="0"/>
        </a:p>
      </dgm:t>
    </dgm:pt>
    <dgm:pt modelId="{822365C8-DAA8-4243-9CAC-8A6E24F136CE}" type="parTrans" cxnId="{DACA1C96-033C-4A02-95CD-15EEF66D8FAA}">
      <dgm:prSet/>
      <dgm:spPr/>
      <dgm:t>
        <a:bodyPr/>
        <a:lstStyle/>
        <a:p>
          <a:pPr latinLnBrk="1"/>
          <a:endParaRPr lang="ko-KR" altLang="en-US"/>
        </a:p>
      </dgm:t>
    </dgm:pt>
    <dgm:pt modelId="{38F8D19C-658E-44DE-BBDC-79B9697FA319}" type="sibTrans" cxnId="{DACA1C96-033C-4A02-95CD-15EEF66D8FAA}">
      <dgm:prSet/>
      <dgm:spPr/>
      <dgm:t>
        <a:bodyPr/>
        <a:lstStyle/>
        <a:p>
          <a:pPr latinLnBrk="1"/>
          <a:endParaRPr lang="ko-KR" altLang="en-US"/>
        </a:p>
      </dgm:t>
    </dgm:pt>
    <dgm:pt modelId="{D1381AFB-E1BA-4F5A-A4EB-CB9899B7B7CB}">
      <dgm:prSet phldrT="[텍스트]"/>
      <dgm:spPr/>
      <dgm:t>
        <a:bodyPr/>
        <a:lstStyle/>
        <a:p>
          <a:pPr latinLnBrk="1"/>
          <a:r>
            <a:rPr lang="en-US" altLang="ko-KR" dirty="0" smtClean="0"/>
            <a:t>Train </a:t>
          </a:r>
          <a:r>
            <a:rPr lang="ko-KR" altLang="en-US" dirty="0" smtClean="0"/>
            <a:t>모델 훈련</a:t>
          </a:r>
          <a:endParaRPr lang="ko-KR" altLang="en-US" dirty="0"/>
        </a:p>
      </dgm:t>
    </dgm:pt>
    <dgm:pt modelId="{967826FB-8065-466F-87B4-1BACA5F25008}" type="parTrans" cxnId="{20CCD6AA-75FE-456A-B16D-A0A5498A22E0}">
      <dgm:prSet/>
      <dgm:spPr/>
      <dgm:t>
        <a:bodyPr/>
        <a:lstStyle/>
        <a:p>
          <a:pPr latinLnBrk="1"/>
          <a:endParaRPr lang="ko-KR" altLang="en-US"/>
        </a:p>
      </dgm:t>
    </dgm:pt>
    <dgm:pt modelId="{31E08045-6D37-48CC-8ED6-C6695ABB7084}" type="sibTrans" cxnId="{20CCD6AA-75FE-456A-B16D-A0A5498A22E0}">
      <dgm:prSet/>
      <dgm:spPr/>
      <dgm:t>
        <a:bodyPr/>
        <a:lstStyle/>
        <a:p>
          <a:pPr latinLnBrk="1"/>
          <a:endParaRPr lang="ko-KR" altLang="en-US"/>
        </a:p>
      </dgm:t>
    </dgm:pt>
    <dgm:pt modelId="{06E768E2-4456-4224-88C6-525BFA503A96}">
      <dgm:prSet phldrT="[텍스트]"/>
      <dgm:spPr/>
      <dgm:t>
        <a:bodyPr/>
        <a:lstStyle/>
        <a:p>
          <a:pPr latinLnBrk="1"/>
          <a:r>
            <a:rPr lang="en-US" altLang="ko-KR" dirty="0" smtClean="0"/>
            <a:t>Test </a:t>
          </a:r>
          <a:r>
            <a:rPr lang="ko-KR" altLang="en-US" dirty="0" smtClean="0"/>
            <a:t>모델 훈련</a:t>
          </a:r>
          <a:endParaRPr lang="ko-KR" altLang="en-US" dirty="0"/>
        </a:p>
      </dgm:t>
    </dgm:pt>
    <dgm:pt modelId="{583E534E-5E32-45F3-B9FB-4E34B7B68E86}" type="parTrans" cxnId="{C578FC58-6332-4E4A-952C-3EA7AFD0D71D}">
      <dgm:prSet/>
      <dgm:spPr/>
      <dgm:t>
        <a:bodyPr/>
        <a:lstStyle/>
        <a:p>
          <a:pPr latinLnBrk="1"/>
          <a:endParaRPr lang="ko-KR" altLang="en-US"/>
        </a:p>
      </dgm:t>
    </dgm:pt>
    <dgm:pt modelId="{9AAA2B2F-FEA9-4372-8C34-F33F13B054E6}" type="sibTrans" cxnId="{C578FC58-6332-4E4A-952C-3EA7AFD0D71D}">
      <dgm:prSet/>
      <dgm:spPr/>
      <dgm:t>
        <a:bodyPr/>
        <a:lstStyle/>
        <a:p>
          <a:pPr latinLnBrk="1"/>
          <a:endParaRPr lang="ko-KR" altLang="en-US"/>
        </a:p>
      </dgm:t>
    </dgm:pt>
    <dgm:pt modelId="{2796CE1F-833F-4768-9A83-D4680A49DB15}">
      <dgm:prSet phldrT="[텍스트]"/>
      <dgm:spPr/>
      <dgm:t>
        <a:bodyPr/>
        <a:lstStyle/>
        <a:p>
          <a:pPr latinLnBrk="1"/>
          <a:r>
            <a:rPr lang="en-US" altLang="ko-KR" dirty="0" smtClean="0"/>
            <a:t>Train</a:t>
          </a:r>
          <a:r>
            <a:rPr lang="ko-KR" altLang="en-US" dirty="0" smtClean="0"/>
            <a:t>모델과 </a:t>
          </a:r>
          <a:r>
            <a:rPr lang="en-US" altLang="ko-KR" dirty="0" smtClean="0"/>
            <a:t>test</a:t>
          </a:r>
          <a:r>
            <a:rPr lang="ko-KR" altLang="en-US" dirty="0" smtClean="0"/>
            <a:t>모델 비교하며 확인</a:t>
          </a:r>
          <a:endParaRPr lang="ko-KR" altLang="en-US" dirty="0"/>
        </a:p>
      </dgm:t>
    </dgm:pt>
    <dgm:pt modelId="{09C52BBB-5375-4A06-8010-CFE82714439B}" type="parTrans" cxnId="{3627FAE6-8A19-4965-8CEC-2A62BD424AC0}">
      <dgm:prSet/>
      <dgm:spPr/>
      <dgm:t>
        <a:bodyPr/>
        <a:lstStyle/>
        <a:p>
          <a:pPr latinLnBrk="1"/>
          <a:endParaRPr lang="ko-KR" altLang="en-US"/>
        </a:p>
      </dgm:t>
    </dgm:pt>
    <dgm:pt modelId="{9CF8BF6D-8C05-4E84-A200-A7D2A732BCF4}" type="sibTrans" cxnId="{3627FAE6-8A19-4965-8CEC-2A62BD424AC0}">
      <dgm:prSet/>
      <dgm:spPr/>
      <dgm:t>
        <a:bodyPr/>
        <a:lstStyle/>
        <a:p>
          <a:pPr latinLnBrk="1"/>
          <a:endParaRPr lang="ko-KR" altLang="en-US"/>
        </a:p>
      </dgm:t>
    </dgm:pt>
    <dgm:pt modelId="{2CF2E289-ADCA-45FF-84E9-0034EFE482E9}" type="pres">
      <dgm:prSet presAssocID="{A7A7B379-CF93-451C-92DF-C0D19C44A4B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4A33888-43C3-4B7D-9842-31959F9AEC0A}" type="pres">
      <dgm:prSet presAssocID="{A7A7B379-CF93-451C-92DF-C0D19C44A4BE}" presName="cycle" presStyleCnt="0"/>
      <dgm:spPr/>
    </dgm:pt>
    <dgm:pt modelId="{33C4BBC8-18F1-447E-B5F6-40AA16294B98}" type="pres">
      <dgm:prSet presAssocID="{EEC7348B-3837-462A-917A-D740E2410FAC}" presName="nodeFirs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B6BFCF5-3931-4111-ACC7-55B561CEB592}" type="pres">
      <dgm:prSet presAssocID="{41122C8F-6CBE-4541-9D60-DBE1B65E8C7C}" presName="sibTransFirstNode" presStyleLbl="bgShp" presStyleIdx="0" presStyleCnt="1"/>
      <dgm:spPr/>
      <dgm:t>
        <a:bodyPr/>
        <a:lstStyle/>
        <a:p>
          <a:pPr latinLnBrk="1"/>
          <a:endParaRPr lang="ko-KR" altLang="en-US"/>
        </a:p>
      </dgm:t>
    </dgm:pt>
    <dgm:pt modelId="{E7EF3A96-9263-4BDE-9E86-F85B125FF9CC}" type="pres">
      <dgm:prSet presAssocID="{76AC8F47-D00E-470A-8DDA-9D24CAA8A8A5}" presName="nodeFollowingNodes" presStyleLbl="node1" presStyleIdx="1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B2DAC3A-1609-444C-A288-2D677C335D4C}" type="pres">
      <dgm:prSet presAssocID="{D1381AFB-E1BA-4F5A-A4EB-CB9899B7B7CB}" presName="nodeFollowingNodes" presStyleLbl="node1" presStyleIdx="2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97C2CC2-9148-4E75-ADC7-4A1956ABD08F}" type="pres">
      <dgm:prSet presAssocID="{06E768E2-4456-4224-88C6-525BFA503A96}" presName="nodeFollowingNodes" presStyleLbl="node1" presStyleIdx="3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F0A2E30-0CCC-420E-975B-219973FCDD20}" type="pres">
      <dgm:prSet presAssocID="{2796CE1F-833F-4768-9A83-D4680A49DB15}" presName="nodeFollowingNodes" presStyleLbl="node1" presStyleIdx="4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20CCD6AA-75FE-456A-B16D-A0A5498A22E0}" srcId="{A7A7B379-CF93-451C-92DF-C0D19C44A4BE}" destId="{D1381AFB-E1BA-4F5A-A4EB-CB9899B7B7CB}" srcOrd="2" destOrd="0" parTransId="{967826FB-8065-466F-87B4-1BACA5F25008}" sibTransId="{31E08045-6D37-48CC-8ED6-C6695ABB7084}"/>
    <dgm:cxn modelId="{E7BE059B-4E73-4446-9790-0C5DA8E59021}" type="presOf" srcId="{D1381AFB-E1BA-4F5A-A4EB-CB9899B7B7CB}" destId="{1B2DAC3A-1609-444C-A288-2D677C335D4C}" srcOrd="0" destOrd="0" presId="urn:microsoft.com/office/officeart/2005/8/layout/cycle3"/>
    <dgm:cxn modelId="{93ADB4CD-B1F0-45A2-93B7-FDA2F02512F8}" type="presOf" srcId="{EEC7348B-3837-462A-917A-D740E2410FAC}" destId="{33C4BBC8-18F1-447E-B5F6-40AA16294B98}" srcOrd="0" destOrd="0" presId="urn:microsoft.com/office/officeart/2005/8/layout/cycle3"/>
    <dgm:cxn modelId="{489D90CE-8A6D-4352-9207-4E53416B4878}" srcId="{A7A7B379-CF93-451C-92DF-C0D19C44A4BE}" destId="{EEC7348B-3837-462A-917A-D740E2410FAC}" srcOrd="0" destOrd="0" parTransId="{FE2AD474-FF27-4FF1-9ACF-8A09F6554D27}" sibTransId="{41122C8F-6CBE-4541-9D60-DBE1B65E8C7C}"/>
    <dgm:cxn modelId="{3627FAE6-8A19-4965-8CEC-2A62BD424AC0}" srcId="{A7A7B379-CF93-451C-92DF-C0D19C44A4BE}" destId="{2796CE1F-833F-4768-9A83-D4680A49DB15}" srcOrd="4" destOrd="0" parTransId="{09C52BBB-5375-4A06-8010-CFE82714439B}" sibTransId="{9CF8BF6D-8C05-4E84-A200-A7D2A732BCF4}"/>
    <dgm:cxn modelId="{85A5141F-7375-489D-A7D4-2D7EE9BEA51B}" type="presOf" srcId="{41122C8F-6CBE-4541-9D60-DBE1B65E8C7C}" destId="{2B6BFCF5-3931-4111-ACC7-55B561CEB592}" srcOrd="0" destOrd="0" presId="urn:microsoft.com/office/officeart/2005/8/layout/cycle3"/>
    <dgm:cxn modelId="{14A8F2CC-693A-4FC9-BC4C-0D46583C2C1B}" type="presOf" srcId="{2796CE1F-833F-4768-9A83-D4680A49DB15}" destId="{0F0A2E30-0CCC-420E-975B-219973FCDD20}" srcOrd="0" destOrd="0" presId="urn:microsoft.com/office/officeart/2005/8/layout/cycle3"/>
    <dgm:cxn modelId="{DACA1C96-033C-4A02-95CD-15EEF66D8FAA}" srcId="{A7A7B379-CF93-451C-92DF-C0D19C44A4BE}" destId="{76AC8F47-D00E-470A-8DDA-9D24CAA8A8A5}" srcOrd="1" destOrd="0" parTransId="{822365C8-DAA8-4243-9CAC-8A6E24F136CE}" sibTransId="{38F8D19C-658E-44DE-BBDC-79B9697FA319}"/>
    <dgm:cxn modelId="{9AE90F14-4BA2-4EC9-A05C-85EDB2841E2C}" type="presOf" srcId="{A7A7B379-CF93-451C-92DF-C0D19C44A4BE}" destId="{2CF2E289-ADCA-45FF-84E9-0034EFE482E9}" srcOrd="0" destOrd="0" presId="urn:microsoft.com/office/officeart/2005/8/layout/cycle3"/>
    <dgm:cxn modelId="{C578FC58-6332-4E4A-952C-3EA7AFD0D71D}" srcId="{A7A7B379-CF93-451C-92DF-C0D19C44A4BE}" destId="{06E768E2-4456-4224-88C6-525BFA503A96}" srcOrd="3" destOrd="0" parTransId="{583E534E-5E32-45F3-B9FB-4E34B7B68E86}" sibTransId="{9AAA2B2F-FEA9-4372-8C34-F33F13B054E6}"/>
    <dgm:cxn modelId="{81E4A0AF-986A-4F88-9E4C-F62D07A9A92E}" type="presOf" srcId="{06E768E2-4456-4224-88C6-525BFA503A96}" destId="{997C2CC2-9148-4E75-ADC7-4A1956ABD08F}" srcOrd="0" destOrd="0" presId="urn:microsoft.com/office/officeart/2005/8/layout/cycle3"/>
    <dgm:cxn modelId="{9B94D629-1918-4A51-B8D1-B93540E00FAC}" type="presOf" srcId="{76AC8F47-D00E-470A-8DDA-9D24CAA8A8A5}" destId="{E7EF3A96-9263-4BDE-9E86-F85B125FF9CC}" srcOrd="0" destOrd="0" presId="urn:microsoft.com/office/officeart/2005/8/layout/cycle3"/>
    <dgm:cxn modelId="{3B12B9DA-649C-4B9F-A652-D21BA7D669A4}" type="presParOf" srcId="{2CF2E289-ADCA-45FF-84E9-0034EFE482E9}" destId="{74A33888-43C3-4B7D-9842-31959F9AEC0A}" srcOrd="0" destOrd="0" presId="urn:microsoft.com/office/officeart/2005/8/layout/cycle3"/>
    <dgm:cxn modelId="{21B7397D-AAD9-4D13-8BA9-94381C356C3F}" type="presParOf" srcId="{74A33888-43C3-4B7D-9842-31959F9AEC0A}" destId="{33C4BBC8-18F1-447E-B5F6-40AA16294B98}" srcOrd="0" destOrd="0" presId="urn:microsoft.com/office/officeart/2005/8/layout/cycle3"/>
    <dgm:cxn modelId="{122F123E-C273-4E86-9D7D-E1A558C06C9A}" type="presParOf" srcId="{74A33888-43C3-4B7D-9842-31959F9AEC0A}" destId="{2B6BFCF5-3931-4111-ACC7-55B561CEB592}" srcOrd="1" destOrd="0" presId="urn:microsoft.com/office/officeart/2005/8/layout/cycle3"/>
    <dgm:cxn modelId="{6F6CFE5F-157D-4A26-B6DE-2DF22CA12437}" type="presParOf" srcId="{74A33888-43C3-4B7D-9842-31959F9AEC0A}" destId="{E7EF3A96-9263-4BDE-9E86-F85B125FF9CC}" srcOrd="2" destOrd="0" presId="urn:microsoft.com/office/officeart/2005/8/layout/cycle3"/>
    <dgm:cxn modelId="{070CD84C-DA95-423C-A8F7-8546C1BA0DCF}" type="presParOf" srcId="{74A33888-43C3-4B7D-9842-31959F9AEC0A}" destId="{1B2DAC3A-1609-444C-A288-2D677C335D4C}" srcOrd="3" destOrd="0" presId="urn:microsoft.com/office/officeart/2005/8/layout/cycle3"/>
    <dgm:cxn modelId="{7B318BC8-4FE2-4D41-A87A-EE0B0F1D2A2A}" type="presParOf" srcId="{74A33888-43C3-4B7D-9842-31959F9AEC0A}" destId="{997C2CC2-9148-4E75-ADC7-4A1956ABD08F}" srcOrd="4" destOrd="0" presId="urn:microsoft.com/office/officeart/2005/8/layout/cycle3"/>
    <dgm:cxn modelId="{BDA62DFB-3375-464E-80DF-17910C4D3920}" type="presParOf" srcId="{74A33888-43C3-4B7D-9842-31959F9AEC0A}" destId="{0F0A2E30-0CCC-420E-975B-219973FCDD20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473B88D-3315-426B-B2A6-AFDD1E0D473E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00B44CD0-3783-411D-A43E-1A33D9DD335F}">
      <dgm:prSet phldrT="[텍스트]" custT="1"/>
      <dgm:spPr/>
      <dgm:t>
        <a:bodyPr/>
        <a:lstStyle/>
        <a:p>
          <a:pPr latinLnBrk="1"/>
          <a:r>
            <a:rPr lang="ko-KR" altLang="en-US" sz="2000" dirty="0" smtClean="0">
              <a:latin typeface="맑은 고딕" panose="020B0503020000020004" pitchFamily="50" charset="-127"/>
              <a:ea typeface="맑은 고딕" panose="020B0503020000020004" pitchFamily="50" charset="-127"/>
            </a:rPr>
            <a:t>은하 </a:t>
          </a:r>
          <a:r>
            <a:rPr lang="en-US" altLang="ko-KR" sz="2000" dirty="0" smtClean="0">
              <a:latin typeface="맑은 고딕" panose="020B0503020000020004" pitchFamily="50" charset="-127"/>
              <a:ea typeface="맑은 고딕" panose="020B0503020000020004" pitchFamily="50" charset="-127"/>
            </a:rPr>
            <a:t>3</a:t>
          </a:r>
          <a:r>
            <a:rPr lang="ko-KR" altLang="en-US" sz="2000" dirty="0" smtClean="0">
              <a:latin typeface="맑은 고딕" panose="020B0503020000020004" pitchFamily="50" charset="-127"/>
              <a:ea typeface="맑은 고딕" panose="020B0503020000020004" pitchFamily="50" charset="-127"/>
            </a:rPr>
            <a:t>종류</a:t>
          </a:r>
          <a:endParaRPr lang="ko-KR" altLang="en-US" sz="2000" dirty="0"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2C25054F-280D-4920-9894-A5275F628DAB}" type="parTrans" cxnId="{5FA264AD-D0F2-408B-8556-052C23027CB6}">
      <dgm:prSet/>
      <dgm:spPr/>
      <dgm:t>
        <a:bodyPr/>
        <a:lstStyle/>
        <a:p>
          <a:pPr latinLnBrk="1"/>
          <a:endParaRPr lang="ko-KR" altLang="en-US"/>
        </a:p>
      </dgm:t>
    </dgm:pt>
    <dgm:pt modelId="{0546AA9A-87C2-4D2B-A52D-880E95CE7953}" type="sibTrans" cxnId="{5FA264AD-D0F2-408B-8556-052C23027CB6}">
      <dgm:prSet/>
      <dgm:spPr/>
      <dgm:t>
        <a:bodyPr/>
        <a:lstStyle/>
        <a:p>
          <a:pPr latinLnBrk="1"/>
          <a:endParaRPr lang="ko-KR" altLang="en-US"/>
        </a:p>
      </dgm:t>
    </dgm:pt>
    <dgm:pt modelId="{6AD5EDCF-8BD6-4EA7-AA30-011E800B453E}">
      <dgm:prSet phldrT="[텍스트]" custT="1"/>
      <dgm:spPr/>
      <dgm:t>
        <a:bodyPr/>
        <a:lstStyle/>
        <a:p>
          <a:pPr latinLnBrk="1"/>
          <a:r>
            <a:rPr lang="ko-KR" altLang="en-US" sz="2000" dirty="0" smtClean="0"/>
            <a:t>타원은하</a:t>
          </a:r>
          <a:r>
            <a:rPr lang="en-US" altLang="ko-KR" sz="2000" dirty="0" smtClean="0"/>
            <a:t>(</a:t>
          </a:r>
          <a:r>
            <a:rPr lang="en-US" sz="2000" b="0" i="0" dirty="0" smtClean="0"/>
            <a:t>Elliptical Galaxy)</a:t>
          </a:r>
          <a:endParaRPr lang="ko-KR" altLang="en-US" sz="2000" dirty="0"/>
        </a:p>
      </dgm:t>
    </dgm:pt>
    <dgm:pt modelId="{B635E00D-3424-4934-ADA5-655E8413C607}" type="parTrans" cxnId="{6E2FF665-7B02-4C9D-A027-100BCFFB0AF4}">
      <dgm:prSet/>
      <dgm:spPr/>
      <dgm:t>
        <a:bodyPr/>
        <a:lstStyle/>
        <a:p>
          <a:pPr latinLnBrk="1"/>
          <a:endParaRPr lang="ko-KR" altLang="en-US"/>
        </a:p>
      </dgm:t>
    </dgm:pt>
    <dgm:pt modelId="{151819CB-17F0-4CEB-ADCF-186D7FCB5F96}" type="sibTrans" cxnId="{6E2FF665-7B02-4C9D-A027-100BCFFB0AF4}">
      <dgm:prSet/>
      <dgm:spPr/>
      <dgm:t>
        <a:bodyPr/>
        <a:lstStyle/>
        <a:p>
          <a:pPr latinLnBrk="1"/>
          <a:endParaRPr lang="ko-KR" altLang="en-US"/>
        </a:p>
      </dgm:t>
    </dgm:pt>
    <dgm:pt modelId="{60AABF31-38E4-4DF6-844A-73FF61B8EBF1}">
      <dgm:prSet phldrT="[텍스트]" custT="1"/>
      <dgm:spPr/>
      <dgm:t>
        <a:bodyPr/>
        <a:lstStyle/>
        <a:p>
          <a:pPr latinLnBrk="1"/>
          <a:r>
            <a:rPr lang="ko-KR" altLang="en-US" sz="1800" dirty="0" smtClean="0"/>
            <a:t>모델과 테스트를 비교하며 확인</a:t>
          </a:r>
          <a:endParaRPr lang="ko-KR" altLang="en-US" sz="1800" dirty="0"/>
        </a:p>
      </dgm:t>
    </dgm:pt>
    <dgm:pt modelId="{9A6A0CB1-86FE-4CC7-B13F-DB90221F241D}" type="parTrans" cxnId="{076B1043-5CAE-481B-96CD-440EF1E978AC}">
      <dgm:prSet/>
      <dgm:spPr/>
      <dgm:t>
        <a:bodyPr/>
        <a:lstStyle/>
        <a:p>
          <a:pPr latinLnBrk="1"/>
          <a:endParaRPr lang="ko-KR" altLang="en-US"/>
        </a:p>
      </dgm:t>
    </dgm:pt>
    <dgm:pt modelId="{62746BA9-9302-456B-8321-1A75F5DD78F3}" type="sibTrans" cxnId="{076B1043-5CAE-481B-96CD-440EF1E978AC}">
      <dgm:prSet/>
      <dgm:spPr/>
      <dgm:t>
        <a:bodyPr/>
        <a:lstStyle/>
        <a:p>
          <a:pPr latinLnBrk="1"/>
          <a:endParaRPr lang="ko-KR" altLang="en-US"/>
        </a:p>
      </dgm:t>
    </dgm:pt>
    <dgm:pt modelId="{3F375752-BAA7-4CF1-BF4C-1F6F80A7C8E6}">
      <dgm:prSet phldrT="[텍스트]" custT="1"/>
      <dgm:spPr/>
      <dgm:t>
        <a:bodyPr/>
        <a:lstStyle/>
        <a:p>
          <a:pPr latinLnBrk="1"/>
          <a:r>
            <a:rPr lang="ko-KR" altLang="en-US" sz="1800" dirty="0" smtClean="0"/>
            <a:t>수십 번 훈련시킨 모델과 준비된 테스트 모델을 비교하여 정확성</a:t>
          </a:r>
          <a:r>
            <a:rPr lang="en-US" altLang="ko-KR" sz="1800" dirty="0" smtClean="0"/>
            <a:t>(accuracy)</a:t>
          </a:r>
          <a:r>
            <a:rPr lang="ko-KR" altLang="en-US" sz="1800" dirty="0" smtClean="0"/>
            <a:t>을 높인다</a:t>
          </a:r>
          <a:r>
            <a:rPr lang="en-US" altLang="ko-KR" sz="1800" dirty="0" smtClean="0"/>
            <a:t>.</a:t>
          </a:r>
          <a:endParaRPr lang="ko-KR" altLang="en-US" sz="1800" dirty="0"/>
        </a:p>
      </dgm:t>
    </dgm:pt>
    <dgm:pt modelId="{9FD22188-69F3-4071-BCC8-8825ED5EAA8D}" type="parTrans" cxnId="{978FDF74-2866-434D-8454-954ACB6D361A}">
      <dgm:prSet/>
      <dgm:spPr/>
      <dgm:t>
        <a:bodyPr/>
        <a:lstStyle/>
        <a:p>
          <a:pPr latinLnBrk="1"/>
          <a:endParaRPr lang="ko-KR" altLang="en-US"/>
        </a:p>
      </dgm:t>
    </dgm:pt>
    <dgm:pt modelId="{DA429DF5-2623-4261-AE04-C1442F899681}" type="sibTrans" cxnId="{978FDF74-2866-434D-8454-954ACB6D361A}">
      <dgm:prSet/>
      <dgm:spPr/>
      <dgm:t>
        <a:bodyPr/>
        <a:lstStyle/>
        <a:p>
          <a:pPr latinLnBrk="1"/>
          <a:endParaRPr lang="ko-KR" altLang="en-US"/>
        </a:p>
      </dgm:t>
    </dgm:pt>
    <dgm:pt modelId="{85A8FA76-FA20-4380-834E-EC739FDA3C04}">
      <dgm:prSet phldrT="[텍스트]" custT="1"/>
      <dgm:spPr/>
      <dgm:t>
        <a:bodyPr/>
        <a:lstStyle/>
        <a:p>
          <a:pPr latinLnBrk="1"/>
          <a:r>
            <a:rPr lang="ko-KR" altLang="en-US" sz="2000" dirty="0" smtClean="0"/>
            <a:t>나선은하</a:t>
          </a:r>
          <a:r>
            <a:rPr lang="en-US" altLang="ko-KR" sz="2000" dirty="0" smtClean="0"/>
            <a:t>(Spiral Galaxy)</a:t>
          </a:r>
          <a:endParaRPr lang="ko-KR" altLang="en-US" sz="2000" dirty="0"/>
        </a:p>
      </dgm:t>
    </dgm:pt>
    <dgm:pt modelId="{85892B32-6666-43B3-A28F-93AEBA8D341B}" type="parTrans" cxnId="{704902AD-338E-4274-BE09-41C4943651CC}">
      <dgm:prSet/>
      <dgm:spPr/>
      <dgm:t>
        <a:bodyPr/>
        <a:lstStyle/>
        <a:p>
          <a:pPr latinLnBrk="1"/>
          <a:endParaRPr lang="ko-KR" altLang="en-US"/>
        </a:p>
      </dgm:t>
    </dgm:pt>
    <dgm:pt modelId="{A4B39D83-3D04-4F21-B834-42EFA0A77B98}" type="sibTrans" cxnId="{704902AD-338E-4274-BE09-41C4943651CC}">
      <dgm:prSet/>
      <dgm:spPr/>
      <dgm:t>
        <a:bodyPr/>
        <a:lstStyle/>
        <a:p>
          <a:pPr latinLnBrk="1"/>
          <a:endParaRPr lang="ko-KR" altLang="en-US"/>
        </a:p>
      </dgm:t>
    </dgm:pt>
    <dgm:pt modelId="{8C227603-5AAE-490F-A082-155CBC014FDC}">
      <dgm:prSet phldrT="[텍스트]" custT="1"/>
      <dgm:spPr/>
      <dgm:t>
        <a:bodyPr/>
        <a:lstStyle/>
        <a:p>
          <a:pPr latinLnBrk="1"/>
          <a:r>
            <a:rPr lang="ko-KR" altLang="en-US" sz="2000" dirty="0" smtClean="0"/>
            <a:t>막대나선은하</a:t>
          </a:r>
          <a:r>
            <a:rPr lang="en-US" altLang="ko-KR" sz="2000" dirty="0" smtClean="0"/>
            <a:t>(Barred spiral Galaxy)</a:t>
          </a:r>
          <a:endParaRPr lang="ko-KR" altLang="en-US" sz="2000" dirty="0"/>
        </a:p>
      </dgm:t>
    </dgm:pt>
    <dgm:pt modelId="{746243C3-4162-4D4D-BA10-41368BF41CF5}" type="parTrans" cxnId="{DD6E7816-ADEA-42E5-B50F-61667099C86F}">
      <dgm:prSet/>
      <dgm:spPr/>
      <dgm:t>
        <a:bodyPr/>
        <a:lstStyle/>
        <a:p>
          <a:pPr latinLnBrk="1"/>
          <a:endParaRPr lang="ko-KR" altLang="en-US"/>
        </a:p>
      </dgm:t>
    </dgm:pt>
    <dgm:pt modelId="{3D45F443-C4A5-4F58-BE17-59BD3C39EAE7}" type="sibTrans" cxnId="{DD6E7816-ADEA-42E5-B50F-61667099C86F}">
      <dgm:prSet/>
      <dgm:spPr/>
      <dgm:t>
        <a:bodyPr/>
        <a:lstStyle/>
        <a:p>
          <a:pPr latinLnBrk="1"/>
          <a:endParaRPr lang="ko-KR" altLang="en-US"/>
        </a:p>
      </dgm:t>
    </dgm:pt>
    <dgm:pt modelId="{623DD2E9-22D4-4BCA-9C8E-279CC529A81D}">
      <dgm:prSet phldrT="[텍스트]" custT="1"/>
      <dgm:spPr/>
      <dgm:t>
        <a:bodyPr/>
        <a:lstStyle/>
        <a:p>
          <a:pPr latinLnBrk="1"/>
          <a:r>
            <a:rPr lang="ko-KR" altLang="en-US" sz="1800" dirty="0" smtClean="0"/>
            <a:t>데이터 모집</a:t>
          </a:r>
          <a:endParaRPr lang="ko-KR" altLang="en-US" sz="1800" dirty="0"/>
        </a:p>
      </dgm:t>
    </dgm:pt>
    <dgm:pt modelId="{6ADEB402-BAC8-4DA0-A68E-CB1F59458DDF}" type="sibTrans" cxnId="{0328B2FD-CE5C-4C66-969E-57B50F64BD75}">
      <dgm:prSet/>
      <dgm:spPr/>
      <dgm:t>
        <a:bodyPr/>
        <a:lstStyle/>
        <a:p>
          <a:pPr latinLnBrk="1"/>
          <a:endParaRPr lang="ko-KR" altLang="en-US"/>
        </a:p>
      </dgm:t>
    </dgm:pt>
    <dgm:pt modelId="{85897B52-9892-4335-94F5-C0D55633667D}" type="parTrans" cxnId="{0328B2FD-CE5C-4C66-969E-57B50F64BD75}">
      <dgm:prSet/>
      <dgm:spPr/>
      <dgm:t>
        <a:bodyPr/>
        <a:lstStyle/>
        <a:p>
          <a:pPr latinLnBrk="1"/>
          <a:endParaRPr lang="ko-KR" altLang="en-US"/>
        </a:p>
      </dgm:t>
    </dgm:pt>
    <dgm:pt modelId="{2CBD0CF8-B3D2-4C5C-B544-55BCF03F8615}">
      <dgm:prSet custT="1"/>
      <dgm:spPr/>
      <dgm:t>
        <a:bodyPr/>
        <a:lstStyle/>
        <a:p>
          <a:pPr latinLnBrk="1"/>
          <a:r>
            <a:rPr lang="ko-KR" altLang="en-US" sz="1800" dirty="0" err="1" smtClean="0"/>
            <a:t>웹크롤링</a:t>
          </a:r>
          <a:r>
            <a:rPr lang="en-US" altLang="ko-KR" sz="1800" dirty="0" smtClean="0"/>
            <a:t>(</a:t>
          </a:r>
          <a:r>
            <a:rPr lang="en-US" altLang="ko-KR" sz="1800" dirty="0" err="1" smtClean="0"/>
            <a:t>Webcrawling</a:t>
          </a:r>
          <a:r>
            <a:rPr lang="en-US" altLang="ko-KR" sz="1800" dirty="0" smtClean="0"/>
            <a:t>)</a:t>
          </a:r>
          <a:r>
            <a:rPr lang="ko-KR" altLang="en-US" sz="1800" dirty="0" smtClean="0"/>
            <a:t>을 이용하여 테스트할 데이터를 </a:t>
          </a:r>
          <a:r>
            <a:rPr lang="en-US" altLang="ko-KR" sz="1800" dirty="0" smtClean="0"/>
            <a:t>100</a:t>
          </a:r>
          <a:r>
            <a:rPr lang="ko-KR" altLang="en-US" sz="1800" dirty="0" smtClean="0"/>
            <a:t>장정도 모은다</a:t>
          </a:r>
          <a:r>
            <a:rPr lang="en-US" altLang="ko-KR" sz="1800" dirty="0" smtClean="0"/>
            <a:t>.</a:t>
          </a:r>
          <a:endParaRPr lang="ko-KR" altLang="en-US" sz="1800" dirty="0"/>
        </a:p>
      </dgm:t>
    </dgm:pt>
    <dgm:pt modelId="{4B87CCF7-AC58-4B11-AE8B-957868F76B23}" type="parTrans" cxnId="{EC06E83A-AB01-46E5-83F7-42680F254E9F}">
      <dgm:prSet/>
      <dgm:spPr/>
      <dgm:t>
        <a:bodyPr/>
        <a:lstStyle/>
        <a:p>
          <a:pPr latinLnBrk="1"/>
          <a:endParaRPr lang="ko-KR" altLang="en-US"/>
        </a:p>
      </dgm:t>
    </dgm:pt>
    <dgm:pt modelId="{428A7FEA-D596-48A9-97C1-324BA9E76784}" type="sibTrans" cxnId="{EC06E83A-AB01-46E5-83F7-42680F254E9F}">
      <dgm:prSet/>
      <dgm:spPr/>
      <dgm:t>
        <a:bodyPr/>
        <a:lstStyle/>
        <a:p>
          <a:pPr latinLnBrk="1"/>
          <a:endParaRPr lang="ko-KR" altLang="en-US"/>
        </a:p>
      </dgm:t>
    </dgm:pt>
    <dgm:pt modelId="{DA306524-78DF-4855-806F-44D3AEAC348A}">
      <dgm:prSet custT="1"/>
      <dgm:spPr/>
      <dgm:t>
        <a:bodyPr/>
        <a:lstStyle/>
        <a:p>
          <a:pPr latinLnBrk="1"/>
          <a:r>
            <a:rPr lang="en-US" altLang="ko-KR" sz="1800" dirty="0" smtClean="0"/>
            <a:t>15000</a:t>
          </a:r>
          <a:r>
            <a:rPr lang="ko-KR" altLang="en-US" sz="1800" dirty="0" smtClean="0"/>
            <a:t>장 정도의 훈련할 모델을 준비하여 모델을 훈련시킨다</a:t>
          </a:r>
          <a:r>
            <a:rPr lang="en-US" altLang="ko-KR" sz="1800" dirty="0" smtClean="0"/>
            <a:t>.</a:t>
          </a:r>
          <a:endParaRPr lang="ko-KR" altLang="en-US" sz="1800" dirty="0"/>
        </a:p>
      </dgm:t>
    </dgm:pt>
    <dgm:pt modelId="{18155834-67CD-4677-BDD4-7FDD89DDCDD2}" type="parTrans" cxnId="{6BA3E21E-7674-4002-83A8-E8D48CC17B3F}">
      <dgm:prSet/>
      <dgm:spPr/>
      <dgm:t>
        <a:bodyPr/>
        <a:lstStyle/>
        <a:p>
          <a:pPr latinLnBrk="1"/>
          <a:endParaRPr lang="ko-KR" altLang="en-US"/>
        </a:p>
      </dgm:t>
    </dgm:pt>
    <dgm:pt modelId="{6A69FC0F-C464-42C3-883A-81B766635A5E}" type="sibTrans" cxnId="{6BA3E21E-7674-4002-83A8-E8D48CC17B3F}">
      <dgm:prSet/>
      <dgm:spPr/>
      <dgm:t>
        <a:bodyPr/>
        <a:lstStyle/>
        <a:p>
          <a:pPr latinLnBrk="1"/>
          <a:endParaRPr lang="ko-KR" altLang="en-US"/>
        </a:p>
      </dgm:t>
    </dgm:pt>
    <dgm:pt modelId="{10955E60-5665-491E-BF48-A1DF3EAAF79F}">
      <dgm:prSet phldrT="[텍스트]" custT="1"/>
      <dgm:spPr/>
      <dgm:t>
        <a:bodyPr/>
        <a:lstStyle/>
        <a:p>
          <a:pPr latinLnBrk="1"/>
          <a:r>
            <a:rPr lang="en-US" altLang="ko-KR" sz="2000" dirty="0" smtClean="0"/>
            <a:t>Train =&gt;  Test</a:t>
          </a:r>
          <a:endParaRPr lang="ko-KR" altLang="en-US" sz="2000" dirty="0"/>
        </a:p>
      </dgm:t>
    </dgm:pt>
    <dgm:pt modelId="{C3329248-DBD3-4D21-BCE0-1AAEF3E792BF}" type="parTrans" cxnId="{20417265-A37A-443C-8EB9-AF2D65B622C1}">
      <dgm:prSet/>
      <dgm:spPr/>
      <dgm:t>
        <a:bodyPr/>
        <a:lstStyle/>
        <a:p>
          <a:pPr latinLnBrk="1"/>
          <a:endParaRPr lang="ko-KR" altLang="en-US"/>
        </a:p>
      </dgm:t>
    </dgm:pt>
    <dgm:pt modelId="{C8BCEC1C-F7A5-44B6-B1CB-D6466D0CEE2D}" type="sibTrans" cxnId="{20417265-A37A-443C-8EB9-AF2D65B622C1}">
      <dgm:prSet/>
      <dgm:spPr/>
      <dgm:t>
        <a:bodyPr/>
        <a:lstStyle/>
        <a:p>
          <a:pPr latinLnBrk="1"/>
          <a:endParaRPr lang="ko-KR" altLang="en-US"/>
        </a:p>
      </dgm:t>
    </dgm:pt>
    <dgm:pt modelId="{F9C9DEDB-C103-47B6-9F31-7EC284CCD532}">
      <dgm:prSet phldrT="[텍스트]"/>
      <dgm:spPr/>
      <dgm:t>
        <a:bodyPr/>
        <a:lstStyle/>
        <a:p>
          <a:pPr latinLnBrk="1"/>
          <a:endParaRPr lang="ko-KR" altLang="en-US" sz="1500" dirty="0"/>
        </a:p>
      </dgm:t>
    </dgm:pt>
    <dgm:pt modelId="{793104BD-35EC-4331-BA7A-653FC2A0BFC6}" type="parTrans" cxnId="{89798FB1-E07E-4746-9FAE-A6E9AA4EE71B}">
      <dgm:prSet/>
      <dgm:spPr/>
      <dgm:t>
        <a:bodyPr/>
        <a:lstStyle/>
        <a:p>
          <a:pPr latinLnBrk="1"/>
          <a:endParaRPr lang="ko-KR" altLang="en-US"/>
        </a:p>
      </dgm:t>
    </dgm:pt>
    <dgm:pt modelId="{14185B2B-1EFC-46AA-8EFC-C7BE08B01EF2}" type="sibTrans" cxnId="{89798FB1-E07E-4746-9FAE-A6E9AA4EE71B}">
      <dgm:prSet/>
      <dgm:spPr/>
      <dgm:t>
        <a:bodyPr/>
        <a:lstStyle/>
        <a:p>
          <a:pPr latinLnBrk="1"/>
          <a:endParaRPr lang="ko-KR" altLang="en-US"/>
        </a:p>
      </dgm:t>
    </dgm:pt>
    <dgm:pt modelId="{6F46F214-B33C-420F-8D6F-9A4F0BE8C1D6}">
      <dgm:prSet custT="1"/>
      <dgm:spPr/>
      <dgm:t>
        <a:bodyPr/>
        <a:lstStyle/>
        <a:p>
          <a:pPr latinLnBrk="1"/>
          <a:endParaRPr lang="ko-KR" altLang="en-US" sz="1800" dirty="0"/>
        </a:p>
      </dgm:t>
    </dgm:pt>
    <dgm:pt modelId="{C81B9F78-066D-4287-8B37-E644B62EC553}" type="parTrans" cxnId="{98494396-BAFB-42B5-904A-CF006844BB54}">
      <dgm:prSet/>
      <dgm:spPr/>
      <dgm:t>
        <a:bodyPr/>
        <a:lstStyle/>
        <a:p>
          <a:pPr latinLnBrk="1"/>
          <a:endParaRPr lang="ko-KR" altLang="en-US"/>
        </a:p>
      </dgm:t>
    </dgm:pt>
    <dgm:pt modelId="{91B37023-75AE-483E-AC52-8F3B0E0F97D1}" type="sibTrans" cxnId="{98494396-BAFB-42B5-904A-CF006844BB54}">
      <dgm:prSet/>
      <dgm:spPr/>
      <dgm:t>
        <a:bodyPr/>
        <a:lstStyle/>
        <a:p>
          <a:pPr latinLnBrk="1"/>
          <a:endParaRPr lang="ko-KR" altLang="en-US"/>
        </a:p>
      </dgm:t>
    </dgm:pt>
    <dgm:pt modelId="{E1A54226-1896-4725-B026-0FB2EC17CDDF}">
      <dgm:prSet phldrT="[텍스트]" custT="1"/>
      <dgm:spPr/>
      <dgm:t>
        <a:bodyPr/>
        <a:lstStyle/>
        <a:p>
          <a:pPr latinLnBrk="1"/>
          <a:endParaRPr lang="ko-KR" altLang="en-US" sz="2000" dirty="0"/>
        </a:p>
      </dgm:t>
    </dgm:pt>
    <dgm:pt modelId="{CB240336-24E6-4707-B463-1B847407626F}" type="parTrans" cxnId="{ED7CE6B3-1565-4B8B-9AA5-C024A585BB77}">
      <dgm:prSet/>
      <dgm:spPr/>
      <dgm:t>
        <a:bodyPr/>
        <a:lstStyle/>
        <a:p>
          <a:pPr latinLnBrk="1"/>
          <a:endParaRPr lang="ko-KR" altLang="en-US"/>
        </a:p>
      </dgm:t>
    </dgm:pt>
    <dgm:pt modelId="{0B041856-6A16-419E-8E9B-E908225FA539}" type="sibTrans" cxnId="{ED7CE6B3-1565-4B8B-9AA5-C024A585BB77}">
      <dgm:prSet/>
      <dgm:spPr/>
      <dgm:t>
        <a:bodyPr/>
        <a:lstStyle/>
        <a:p>
          <a:pPr latinLnBrk="1"/>
          <a:endParaRPr lang="ko-KR" altLang="en-US"/>
        </a:p>
      </dgm:t>
    </dgm:pt>
    <dgm:pt modelId="{757C865D-34B8-4401-8EDA-7D0D69B93799}">
      <dgm:prSet phldrT="[텍스트]" custT="1"/>
      <dgm:spPr/>
      <dgm:t>
        <a:bodyPr/>
        <a:lstStyle/>
        <a:p>
          <a:pPr latinLnBrk="1"/>
          <a:endParaRPr lang="ko-KR" altLang="en-US" sz="2000" dirty="0"/>
        </a:p>
      </dgm:t>
    </dgm:pt>
    <dgm:pt modelId="{772F3690-9058-4AC8-80E4-CEA34209352E}" type="parTrans" cxnId="{021CEEA0-46AA-4922-851A-23326623BEEA}">
      <dgm:prSet/>
      <dgm:spPr/>
      <dgm:t>
        <a:bodyPr/>
        <a:lstStyle/>
        <a:p>
          <a:pPr latinLnBrk="1"/>
          <a:endParaRPr lang="ko-KR" altLang="en-US"/>
        </a:p>
      </dgm:t>
    </dgm:pt>
    <dgm:pt modelId="{F41D0FED-9F28-47F6-B2F0-86B253A25666}" type="sibTrans" cxnId="{021CEEA0-46AA-4922-851A-23326623BEEA}">
      <dgm:prSet/>
      <dgm:spPr/>
      <dgm:t>
        <a:bodyPr/>
        <a:lstStyle/>
        <a:p>
          <a:pPr latinLnBrk="1"/>
          <a:endParaRPr lang="ko-KR" altLang="en-US"/>
        </a:p>
      </dgm:t>
    </dgm:pt>
    <dgm:pt modelId="{6A10107A-BFC8-45CE-AE5A-C75D1742E77D}" type="pres">
      <dgm:prSet presAssocID="{A473B88D-3315-426B-B2A6-AFDD1E0D473E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3519CF7-DF53-4A4E-9889-63D71B243918}" type="pres">
      <dgm:prSet presAssocID="{00B44CD0-3783-411D-A43E-1A33D9DD335F}" presName="composite" presStyleCnt="0"/>
      <dgm:spPr/>
    </dgm:pt>
    <dgm:pt modelId="{B67636C2-A54D-4CFC-B5CF-6B62B9BE09EB}" type="pres">
      <dgm:prSet presAssocID="{00B44CD0-3783-411D-A43E-1A33D9DD335F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FBD2A63-4903-4509-B45A-59F2873A3ACA}" type="pres">
      <dgm:prSet presAssocID="{00B44CD0-3783-411D-A43E-1A33D9DD335F}" presName="parSh" presStyleLbl="node1" presStyleIdx="0" presStyleCnt="3" custLinFactNeighborX="-597" custLinFactNeighborY="-2689"/>
      <dgm:spPr/>
      <dgm:t>
        <a:bodyPr/>
        <a:lstStyle/>
        <a:p>
          <a:pPr latinLnBrk="1"/>
          <a:endParaRPr lang="ko-KR" altLang="en-US"/>
        </a:p>
      </dgm:t>
    </dgm:pt>
    <dgm:pt modelId="{8EB8EFA0-2D7E-485E-BEE9-6749FE45A343}" type="pres">
      <dgm:prSet presAssocID="{00B44CD0-3783-411D-A43E-1A33D9DD335F}" presName="desTx" presStyleLbl="fgAcc1" presStyleIdx="0" presStyleCnt="3" custScaleX="132703" custScaleY="98625" custLinFactNeighborX="8590" custLinFactNeighborY="26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6C9776C-25A8-4091-B594-4735BFEE8876}" type="pres">
      <dgm:prSet presAssocID="{0546AA9A-87C2-4D2B-A52D-880E95CE7953}" presName="sibTrans" presStyleLbl="sibTrans2D1" presStyleIdx="0" presStyleCnt="2"/>
      <dgm:spPr/>
      <dgm:t>
        <a:bodyPr/>
        <a:lstStyle/>
        <a:p>
          <a:pPr latinLnBrk="1"/>
          <a:endParaRPr lang="ko-KR" altLang="en-US"/>
        </a:p>
      </dgm:t>
    </dgm:pt>
    <dgm:pt modelId="{100D25AD-1B0C-4591-BE93-E05FCF106E54}" type="pres">
      <dgm:prSet presAssocID="{0546AA9A-87C2-4D2B-A52D-880E95CE7953}" presName="connTx" presStyleLbl="sibTrans2D1" presStyleIdx="0" presStyleCnt="2"/>
      <dgm:spPr/>
      <dgm:t>
        <a:bodyPr/>
        <a:lstStyle/>
        <a:p>
          <a:pPr latinLnBrk="1"/>
          <a:endParaRPr lang="ko-KR" altLang="en-US"/>
        </a:p>
      </dgm:t>
    </dgm:pt>
    <dgm:pt modelId="{193F9135-AE36-4301-A6E5-FC11C29D0843}" type="pres">
      <dgm:prSet presAssocID="{623DD2E9-22D4-4BCA-9C8E-279CC529A81D}" presName="composite" presStyleCnt="0"/>
      <dgm:spPr/>
    </dgm:pt>
    <dgm:pt modelId="{9387CE02-F117-4CF3-8195-57F75B905414}" type="pres">
      <dgm:prSet presAssocID="{623DD2E9-22D4-4BCA-9C8E-279CC529A81D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E481AB2-C995-40C1-919D-1F92016DA4D6}" type="pres">
      <dgm:prSet presAssocID="{623DD2E9-22D4-4BCA-9C8E-279CC529A81D}" presName="parSh" presStyleLbl="node1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F555AA67-E28C-49DD-B032-505F1305B84B}" type="pres">
      <dgm:prSet presAssocID="{623DD2E9-22D4-4BCA-9C8E-279CC529A81D}" presName="desTx" presStyleLbl="fgAcc1" presStyleIdx="1" presStyleCnt="3" custScaleX="12472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EDA452C-919B-47F5-9F18-63D65E1906B5}" type="pres">
      <dgm:prSet presAssocID="{6ADEB402-BAC8-4DA0-A68E-CB1F59458DDF}" presName="sibTrans" presStyleLbl="sibTrans2D1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DF126E4E-075A-4EBA-8B34-DC08B7DAE2CD}" type="pres">
      <dgm:prSet presAssocID="{6ADEB402-BAC8-4DA0-A68E-CB1F59458DDF}" presName="connTx" presStyleLbl="sibTrans2D1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9DBC69AB-34E8-4069-8AEE-F7138B5D3102}" type="pres">
      <dgm:prSet presAssocID="{60AABF31-38E4-4DF6-844A-73FF61B8EBF1}" presName="composite" presStyleCnt="0"/>
      <dgm:spPr/>
    </dgm:pt>
    <dgm:pt modelId="{8A60DBB0-874B-469C-ABDA-9392D214DBC8}" type="pres">
      <dgm:prSet presAssocID="{60AABF31-38E4-4DF6-844A-73FF61B8EBF1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2E25A7A-8D1F-4082-BB8B-6DFB71C76C9F}" type="pres">
      <dgm:prSet presAssocID="{60AABF31-38E4-4DF6-844A-73FF61B8EBF1}" presName="parSh" presStyleLbl="node1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CD8D6131-1156-4B32-A4D1-6C5281B32033}" type="pres">
      <dgm:prSet presAssocID="{60AABF31-38E4-4DF6-844A-73FF61B8EBF1}" presName="desTx" presStyleLbl="fgAcc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405BE937-1BE2-4F68-BC4E-E381961792A5}" type="presOf" srcId="{60AABF31-38E4-4DF6-844A-73FF61B8EBF1}" destId="{8A60DBB0-874B-469C-ABDA-9392D214DBC8}" srcOrd="0" destOrd="0" presId="urn:microsoft.com/office/officeart/2005/8/layout/process3"/>
    <dgm:cxn modelId="{601D0DB1-9C9F-456F-B6A1-9F46E53A4328}" type="presOf" srcId="{0546AA9A-87C2-4D2B-A52D-880E95CE7953}" destId="{100D25AD-1B0C-4591-BE93-E05FCF106E54}" srcOrd="1" destOrd="0" presId="urn:microsoft.com/office/officeart/2005/8/layout/process3"/>
    <dgm:cxn modelId="{6626AA9A-EA3A-40ED-BF44-7E4B0770FD18}" type="presOf" srcId="{6ADEB402-BAC8-4DA0-A68E-CB1F59458DDF}" destId="{DF126E4E-075A-4EBA-8B34-DC08B7DAE2CD}" srcOrd="1" destOrd="0" presId="urn:microsoft.com/office/officeart/2005/8/layout/process3"/>
    <dgm:cxn modelId="{978FDF74-2866-434D-8454-954ACB6D361A}" srcId="{60AABF31-38E4-4DF6-844A-73FF61B8EBF1}" destId="{3F375752-BAA7-4CF1-BF4C-1F6F80A7C8E6}" srcOrd="0" destOrd="0" parTransId="{9FD22188-69F3-4071-BCC8-8825ED5EAA8D}" sibTransId="{DA429DF5-2623-4261-AE04-C1442F899681}"/>
    <dgm:cxn modelId="{89798FB1-E07E-4746-9FAE-A6E9AA4EE71B}" srcId="{60AABF31-38E4-4DF6-844A-73FF61B8EBF1}" destId="{F9C9DEDB-C103-47B6-9F31-7EC284CCD532}" srcOrd="1" destOrd="0" parTransId="{793104BD-35EC-4331-BA7A-653FC2A0BFC6}" sibTransId="{14185B2B-1EFC-46AA-8EFC-C7BE08B01EF2}"/>
    <dgm:cxn modelId="{35CD8077-0D2C-4FA2-9F4B-E0D10830E4D8}" type="presOf" srcId="{0546AA9A-87C2-4D2B-A52D-880E95CE7953}" destId="{E6C9776C-25A8-4091-B594-4735BFEE8876}" srcOrd="0" destOrd="0" presId="urn:microsoft.com/office/officeart/2005/8/layout/process3"/>
    <dgm:cxn modelId="{DD6E7816-ADEA-42E5-B50F-61667099C86F}" srcId="{00B44CD0-3783-411D-A43E-1A33D9DD335F}" destId="{8C227603-5AAE-490F-A082-155CBC014FDC}" srcOrd="4" destOrd="0" parTransId="{746243C3-4162-4D4D-BA10-41368BF41CF5}" sibTransId="{3D45F443-C4A5-4F58-BE17-59BD3C39EAE7}"/>
    <dgm:cxn modelId="{021CEEA0-46AA-4922-851A-23326623BEEA}" srcId="{00B44CD0-3783-411D-A43E-1A33D9DD335F}" destId="{757C865D-34B8-4401-8EDA-7D0D69B93799}" srcOrd="3" destOrd="0" parTransId="{772F3690-9058-4AC8-80E4-CEA34209352E}" sibTransId="{F41D0FED-9F28-47F6-B2F0-86B253A25666}"/>
    <dgm:cxn modelId="{704902AD-338E-4274-BE09-41C4943651CC}" srcId="{00B44CD0-3783-411D-A43E-1A33D9DD335F}" destId="{85A8FA76-FA20-4380-834E-EC739FDA3C04}" srcOrd="2" destOrd="0" parTransId="{85892B32-6666-43B3-A28F-93AEBA8D341B}" sibTransId="{A4B39D83-3D04-4F21-B834-42EFA0A77B98}"/>
    <dgm:cxn modelId="{6E2FF665-7B02-4C9D-A027-100BCFFB0AF4}" srcId="{00B44CD0-3783-411D-A43E-1A33D9DD335F}" destId="{6AD5EDCF-8BD6-4EA7-AA30-011E800B453E}" srcOrd="0" destOrd="0" parTransId="{B635E00D-3424-4934-ADA5-655E8413C607}" sibTransId="{151819CB-17F0-4CEB-ADCF-186D7FCB5F96}"/>
    <dgm:cxn modelId="{4C244C2D-26D9-4058-96E1-13D87ABBEBFA}" type="presOf" srcId="{DA306524-78DF-4855-806F-44D3AEAC348A}" destId="{F555AA67-E28C-49DD-B032-505F1305B84B}" srcOrd="0" destOrd="2" presId="urn:microsoft.com/office/officeart/2005/8/layout/process3"/>
    <dgm:cxn modelId="{EBC29116-68AB-4B5F-BF44-4CEA65539D3E}" type="presOf" srcId="{60AABF31-38E4-4DF6-844A-73FF61B8EBF1}" destId="{52E25A7A-8D1F-4082-BB8B-6DFB71C76C9F}" srcOrd="1" destOrd="0" presId="urn:microsoft.com/office/officeart/2005/8/layout/process3"/>
    <dgm:cxn modelId="{20417265-A37A-443C-8EB9-AF2D65B622C1}" srcId="{60AABF31-38E4-4DF6-844A-73FF61B8EBF1}" destId="{10955E60-5665-491E-BF48-A1DF3EAAF79F}" srcOrd="2" destOrd="0" parTransId="{C3329248-DBD3-4D21-BCE0-1AAEF3E792BF}" sibTransId="{C8BCEC1C-F7A5-44B6-B1CB-D6466D0CEE2D}"/>
    <dgm:cxn modelId="{EC06E83A-AB01-46E5-83F7-42680F254E9F}" srcId="{623DD2E9-22D4-4BCA-9C8E-279CC529A81D}" destId="{2CBD0CF8-B3D2-4C5C-B544-55BCF03F8615}" srcOrd="0" destOrd="0" parTransId="{4B87CCF7-AC58-4B11-AE8B-957868F76B23}" sibTransId="{428A7FEA-D596-48A9-97C1-324BA9E76784}"/>
    <dgm:cxn modelId="{9DE6133F-B00E-4E1A-8AAD-5965E96BFA00}" type="presOf" srcId="{E1A54226-1896-4725-B026-0FB2EC17CDDF}" destId="{8EB8EFA0-2D7E-485E-BEE9-6749FE45A343}" srcOrd="0" destOrd="1" presId="urn:microsoft.com/office/officeart/2005/8/layout/process3"/>
    <dgm:cxn modelId="{D43E3C12-077E-42A5-B37B-91CC36E79F85}" type="presOf" srcId="{8C227603-5AAE-490F-A082-155CBC014FDC}" destId="{8EB8EFA0-2D7E-485E-BEE9-6749FE45A343}" srcOrd="0" destOrd="4" presId="urn:microsoft.com/office/officeart/2005/8/layout/process3"/>
    <dgm:cxn modelId="{33E73D4A-090C-4EF5-BF23-7B3F3EFD7480}" type="presOf" srcId="{757C865D-34B8-4401-8EDA-7D0D69B93799}" destId="{8EB8EFA0-2D7E-485E-BEE9-6749FE45A343}" srcOrd="0" destOrd="3" presId="urn:microsoft.com/office/officeart/2005/8/layout/process3"/>
    <dgm:cxn modelId="{7ACB43B9-EA3A-447F-8D00-15C9D48C0FAA}" type="presOf" srcId="{00B44CD0-3783-411D-A43E-1A33D9DD335F}" destId="{8FBD2A63-4903-4509-B45A-59F2873A3ACA}" srcOrd="1" destOrd="0" presId="urn:microsoft.com/office/officeart/2005/8/layout/process3"/>
    <dgm:cxn modelId="{F163A949-7DED-4280-851F-B0D7D9D5FBF6}" type="presOf" srcId="{3F375752-BAA7-4CF1-BF4C-1F6F80A7C8E6}" destId="{CD8D6131-1156-4B32-A4D1-6C5281B32033}" srcOrd="0" destOrd="0" presId="urn:microsoft.com/office/officeart/2005/8/layout/process3"/>
    <dgm:cxn modelId="{FE42144B-A7AA-4BD7-ACE9-A36966B9872A}" type="presOf" srcId="{623DD2E9-22D4-4BCA-9C8E-279CC529A81D}" destId="{AE481AB2-C995-40C1-919D-1F92016DA4D6}" srcOrd="1" destOrd="0" presId="urn:microsoft.com/office/officeart/2005/8/layout/process3"/>
    <dgm:cxn modelId="{5FA264AD-D0F2-408B-8556-052C23027CB6}" srcId="{A473B88D-3315-426B-B2A6-AFDD1E0D473E}" destId="{00B44CD0-3783-411D-A43E-1A33D9DD335F}" srcOrd="0" destOrd="0" parTransId="{2C25054F-280D-4920-9894-A5275F628DAB}" sibTransId="{0546AA9A-87C2-4D2B-A52D-880E95CE7953}"/>
    <dgm:cxn modelId="{584E763C-468B-4E24-863C-810EE1C20AE4}" type="presOf" srcId="{2CBD0CF8-B3D2-4C5C-B544-55BCF03F8615}" destId="{F555AA67-E28C-49DD-B032-505F1305B84B}" srcOrd="0" destOrd="0" presId="urn:microsoft.com/office/officeart/2005/8/layout/process3"/>
    <dgm:cxn modelId="{0328B2FD-CE5C-4C66-969E-57B50F64BD75}" srcId="{A473B88D-3315-426B-B2A6-AFDD1E0D473E}" destId="{623DD2E9-22D4-4BCA-9C8E-279CC529A81D}" srcOrd="1" destOrd="0" parTransId="{85897B52-9892-4335-94F5-C0D55633667D}" sibTransId="{6ADEB402-BAC8-4DA0-A68E-CB1F59458DDF}"/>
    <dgm:cxn modelId="{424A483E-B3C7-4DF1-9933-1EC01EB4CBB6}" type="presOf" srcId="{F9C9DEDB-C103-47B6-9F31-7EC284CCD532}" destId="{CD8D6131-1156-4B32-A4D1-6C5281B32033}" srcOrd="0" destOrd="1" presId="urn:microsoft.com/office/officeart/2005/8/layout/process3"/>
    <dgm:cxn modelId="{E2432FBA-42D0-4016-B13F-65CC01D369E6}" type="presOf" srcId="{6ADEB402-BAC8-4DA0-A68E-CB1F59458DDF}" destId="{EEDA452C-919B-47F5-9F18-63D65E1906B5}" srcOrd="0" destOrd="0" presId="urn:microsoft.com/office/officeart/2005/8/layout/process3"/>
    <dgm:cxn modelId="{46137D3E-851C-4323-83A2-54154F6D3A34}" type="presOf" srcId="{85A8FA76-FA20-4380-834E-EC739FDA3C04}" destId="{8EB8EFA0-2D7E-485E-BEE9-6749FE45A343}" srcOrd="0" destOrd="2" presId="urn:microsoft.com/office/officeart/2005/8/layout/process3"/>
    <dgm:cxn modelId="{6BA3E21E-7674-4002-83A8-E8D48CC17B3F}" srcId="{623DD2E9-22D4-4BCA-9C8E-279CC529A81D}" destId="{DA306524-78DF-4855-806F-44D3AEAC348A}" srcOrd="2" destOrd="0" parTransId="{18155834-67CD-4677-BDD4-7FDD89DDCDD2}" sibTransId="{6A69FC0F-C464-42C3-883A-81B766635A5E}"/>
    <dgm:cxn modelId="{3DE47C05-8910-4794-9E79-36DBFC443C33}" type="presOf" srcId="{10955E60-5665-491E-BF48-A1DF3EAAF79F}" destId="{CD8D6131-1156-4B32-A4D1-6C5281B32033}" srcOrd="0" destOrd="2" presId="urn:microsoft.com/office/officeart/2005/8/layout/process3"/>
    <dgm:cxn modelId="{088EA819-0AAF-4924-83D5-A72A6563CFC6}" type="presOf" srcId="{6AD5EDCF-8BD6-4EA7-AA30-011E800B453E}" destId="{8EB8EFA0-2D7E-485E-BEE9-6749FE45A343}" srcOrd="0" destOrd="0" presId="urn:microsoft.com/office/officeart/2005/8/layout/process3"/>
    <dgm:cxn modelId="{ED7CE6B3-1565-4B8B-9AA5-C024A585BB77}" srcId="{00B44CD0-3783-411D-A43E-1A33D9DD335F}" destId="{E1A54226-1896-4725-B026-0FB2EC17CDDF}" srcOrd="1" destOrd="0" parTransId="{CB240336-24E6-4707-B463-1B847407626F}" sibTransId="{0B041856-6A16-419E-8E9B-E908225FA539}"/>
    <dgm:cxn modelId="{D95A1238-0E93-4EAD-B0E8-FDA19B14D72A}" type="presOf" srcId="{A473B88D-3315-426B-B2A6-AFDD1E0D473E}" destId="{6A10107A-BFC8-45CE-AE5A-C75D1742E77D}" srcOrd="0" destOrd="0" presId="urn:microsoft.com/office/officeart/2005/8/layout/process3"/>
    <dgm:cxn modelId="{F0232EF2-CA7A-412D-8C56-86CA0E512A4A}" type="presOf" srcId="{623DD2E9-22D4-4BCA-9C8E-279CC529A81D}" destId="{9387CE02-F117-4CF3-8195-57F75B905414}" srcOrd="0" destOrd="0" presId="urn:microsoft.com/office/officeart/2005/8/layout/process3"/>
    <dgm:cxn modelId="{076B1043-5CAE-481B-96CD-440EF1E978AC}" srcId="{A473B88D-3315-426B-B2A6-AFDD1E0D473E}" destId="{60AABF31-38E4-4DF6-844A-73FF61B8EBF1}" srcOrd="2" destOrd="0" parTransId="{9A6A0CB1-86FE-4CC7-B13F-DB90221F241D}" sibTransId="{62746BA9-9302-456B-8321-1A75F5DD78F3}"/>
    <dgm:cxn modelId="{C0526712-5740-4C0B-9F56-12AC286BCC69}" type="presOf" srcId="{6F46F214-B33C-420F-8D6F-9A4F0BE8C1D6}" destId="{F555AA67-E28C-49DD-B032-505F1305B84B}" srcOrd="0" destOrd="1" presId="urn:microsoft.com/office/officeart/2005/8/layout/process3"/>
    <dgm:cxn modelId="{98494396-BAFB-42B5-904A-CF006844BB54}" srcId="{623DD2E9-22D4-4BCA-9C8E-279CC529A81D}" destId="{6F46F214-B33C-420F-8D6F-9A4F0BE8C1D6}" srcOrd="1" destOrd="0" parTransId="{C81B9F78-066D-4287-8B37-E644B62EC553}" sibTransId="{91B37023-75AE-483E-AC52-8F3B0E0F97D1}"/>
    <dgm:cxn modelId="{21F63A6A-35E7-4E6C-ADFC-8B0C3205538A}" type="presOf" srcId="{00B44CD0-3783-411D-A43E-1A33D9DD335F}" destId="{B67636C2-A54D-4CFC-B5CF-6B62B9BE09EB}" srcOrd="0" destOrd="0" presId="urn:microsoft.com/office/officeart/2005/8/layout/process3"/>
    <dgm:cxn modelId="{4A4FB792-BC82-4D77-8222-5D52CFF66060}" type="presParOf" srcId="{6A10107A-BFC8-45CE-AE5A-C75D1742E77D}" destId="{C3519CF7-DF53-4A4E-9889-63D71B243918}" srcOrd="0" destOrd="0" presId="urn:microsoft.com/office/officeart/2005/8/layout/process3"/>
    <dgm:cxn modelId="{799DE576-60AF-4DA3-AD95-552CCF7A9ACB}" type="presParOf" srcId="{C3519CF7-DF53-4A4E-9889-63D71B243918}" destId="{B67636C2-A54D-4CFC-B5CF-6B62B9BE09EB}" srcOrd="0" destOrd="0" presId="urn:microsoft.com/office/officeart/2005/8/layout/process3"/>
    <dgm:cxn modelId="{665FCA2D-D532-4AA8-8D07-F92990CEE6E2}" type="presParOf" srcId="{C3519CF7-DF53-4A4E-9889-63D71B243918}" destId="{8FBD2A63-4903-4509-B45A-59F2873A3ACA}" srcOrd="1" destOrd="0" presId="urn:microsoft.com/office/officeart/2005/8/layout/process3"/>
    <dgm:cxn modelId="{6A5C288D-8BF7-4BB3-982C-E348CAFB4F59}" type="presParOf" srcId="{C3519CF7-DF53-4A4E-9889-63D71B243918}" destId="{8EB8EFA0-2D7E-485E-BEE9-6749FE45A343}" srcOrd="2" destOrd="0" presId="urn:microsoft.com/office/officeart/2005/8/layout/process3"/>
    <dgm:cxn modelId="{B6019274-EA30-48A6-A3F5-B41D0DE213E1}" type="presParOf" srcId="{6A10107A-BFC8-45CE-AE5A-C75D1742E77D}" destId="{E6C9776C-25A8-4091-B594-4735BFEE8876}" srcOrd="1" destOrd="0" presId="urn:microsoft.com/office/officeart/2005/8/layout/process3"/>
    <dgm:cxn modelId="{44A5ED2A-66B4-4478-80DC-7E19B566EF70}" type="presParOf" srcId="{E6C9776C-25A8-4091-B594-4735BFEE8876}" destId="{100D25AD-1B0C-4591-BE93-E05FCF106E54}" srcOrd="0" destOrd="0" presId="urn:microsoft.com/office/officeart/2005/8/layout/process3"/>
    <dgm:cxn modelId="{9DA14515-905E-4C75-AB7F-FC7B9B3A0F40}" type="presParOf" srcId="{6A10107A-BFC8-45CE-AE5A-C75D1742E77D}" destId="{193F9135-AE36-4301-A6E5-FC11C29D0843}" srcOrd="2" destOrd="0" presId="urn:microsoft.com/office/officeart/2005/8/layout/process3"/>
    <dgm:cxn modelId="{A98E74E3-6F81-48A3-AA07-BF017EE1AAA9}" type="presParOf" srcId="{193F9135-AE36-4301-A6E5-FC11C29D0843}" destId="{9387CE02-F117-4CF3-8195-57F75B905414}" srcOrd="0" destOrd="0" presId="urn:microsoft.com/office/officeart/2005/8/layout/process3"/>
    <dgm:cxn modelId="{E1A0D3DC-3079-4044-8CB9-FF649A25ABFA}" type="presParOf" srcId="{193F9135-AE36-4301-A6E5-FC11C29D0843}" destId="{AE481AB2-C995-40C1-919D-1F92016DA4D6}" srcOrd="1" destOrd="0" presId="urn:microsoft.com/office/officeart/2005/8/layout/process3"/>
    <dgm:cxn modelId="{81984024-9A3C-4AA0-B4BA-35C82B7C4FB7}" type="presParOf" srcId="{193F9135-AE36-4301-A6E5-FC11C29D0843}" destId="{F555AA67-E28C-49DD-B032-505F1305B84B}" srcOrd="2" destOrd="0" presId="urn:microsoft.com/office/officeart/2005/8/layout/process3"/>
    <dgm:cxn modelId="{138590D0-0688-4D2A-B012-919263F283D3}" type="presParOf" srcId="{6A10107A-BFC8-45CE-AE5A-C75D1742E77D}" destId="{EEDA452C-919B-47F5-9F18-63D65E1906B5}" srcOrd="3" destOrd="0" presId="urn:microsoft.com/office/officeart/2005/8/layout/process3"/>
    <dgm:cxn modelId="{B02A873B-CF0B-41E0-85BE-6D11470892A6}" type="presParOf" srcId="{EEDA452C-919B-47F5-9F18-63D65E1906B5}" destId="{DF126E4E-075A-4EBA-8B34-DC08B7DAE2CD}" srcOrd="0" destOrd="0" presId="urn:microsoft.com/office/officeart/2005/8/layout/process3"/>
    <dgm:cxn modelId="{4948C50D-4C01-46DD-8D18-B19B381EAE1E}" type="presParOf" srcId="{6A10107A-BFC8-45CE-AE5A-C75D1742E77D}" destId="{9DBC69AB-34E8-4069-8AEE-F7138B5D3102}" srcOrd="4" destOrd="0" presId="urn:microsoft.com/office/officeart/2005/8/layout/process3"/>
    <dgm:cxn modelId="{D131F60E-541D-44E9-B891-1F19518002B8}" type="presParOf" srcId="{9DBC69AB-34E8-4069-8AEE-F7138B5D3102}" destId="{8A60DBB0-874B-469C-ABDA-9392D214DBC8}" srcOrd="0" destOrd="0" presId="urn:microsoft.com/office/officeart/2005/8/layout/process3"/>
    <dgm:cxn modelId="{E02C8126-BE8A-4EF8-BC64-673D08E17AA5}" type="presParOf" srcId="{9DBC69AB-34E8-4069-8AEE-F7138B5D3102}" destId="{52E25A7A-8D1F-4082-BB8B-6DFB71C76C9F}" srcOrd="1" destOrd="0" presId="urn:microsoft.com/office/officeart/2005/8/layout/process3"/>
    <dgm:cxn modelId="{35C7CC78-E333-4553-86F6-20A2535AA778}" type="presParOf" srcId="{9DBC69AB-34E8-4069-8AEE-F7138B5D3102}" destId="{CD8D6131-1156-4B32-A4D1-6C5281B32033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6D34D14-050F-4BE2-BF97-A5AE1DF2CC61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8A829607-9F23-49B2-9C38-C3C24139D389}">
      <dgm:prSet phldrT="[텍스트]" custT="1"/>
      <dgm:spPr/>
      <dgm:t>
        <a:bodyPr/>
        <a:lstStyle/>
        <a:p>
          <a:pPr latinLnBrk="1"/>
          <a:r>
            <a:rPr lang="en-US" altLang="ko-KR" sz="1050" dirty="0" err="1" smtClean="0">
              <a:solidFill>
                <a:schemeClr val="tx1"/>
              </a:solidFill>
            </a:rPr>
            <a:t>ImageGenerator</a:t>
          </a:r>
          <a:endParaRPr lang="ko-KR" altLang="en-US" sz="1050" dirty="0">
            <a:solidFill>
              <a:schemeClr val="tx1"/>
            </a:solidFill>
          </a:endParaRPr>
        </a:p>
      </dgm:t>
    </dgm:pt>
    <dgm:pt modelId="{D2CF49BD-E6BC-4181-9642-D1892AE33298}" type="parTrans" cxnId="{33E7CC9B-3CEC-404A-8C76-5AFA05CF72B9}">
      <dgm:prSet/>
      <dgm:spPr/>
      <dgm:t>
        <a:bodyPr/>
        <a:lstStyle/>
        <a:p>
          <a:pPr latinLnBrk="1"/>
          <a:endParaRPr lang="ko-KR" altLang="en-US"/>
        </a:p>
      </dgm:t>
    </dgm:pt>
    <dgm:pt modelId="{32CD77DC-22C4-47B6-9833-F08D6A1D52CC}" type="sibTrans" cxnId="{33E7CC9B-3CEC-404A-8C76-5AFA05CF72B9}">
      <dgm:prSet/>
      <dgm:spPr/>
      <dgm:t>
        <a:bodyPr/>
        <a:lstStyle/>
        <a:p>
          <a:pPr latinLnBrk="1"/>
          <a:endParaRPr lang="ko-KR" altLang="en-US"/>
        </a:p>
      </dgm:t>
    </dgm:pt>
    <dgm:pt modelId="{D23B170E-7BAC-4CC4-9F6F-B7F8296C4230}">
      <dgm:prSet phldrT="[텍스트]"/>
      <dgm:spPr/>
      <dgm:t>
        <a:bodyPr/>
        <a:lstStyle/>
        <a:p>
          <a:pPr latinLnBrk="1"/>
          <a:r>
            <a:rPr lang="ko-KR" altLang="en-US" dirty="0" smtClean="0"/>
            <a:t>데이터가 부족하여 정확성이 떨어지므로</a:t>
          </a:r>
          <a:r>
            <a:rPr lang="en-US" altLang="ko-KR" dirty="0" smtClean="0"/>
            <a:t>, </a:t>
          </a:r>
          <a:r>
            <a:rPr lang="ko-KR" altLang="en-US" dirty="0" smtClean="0"/>
            <a:t>이미지 생성으로 부족한 이미지 데이터를 보충하였음</a:t>
          </a:r>
          <a:endParaRPr lang="ko-KR" altLang="en-US" dirty="0"/>
        </a:p>
      </dgm:t>
    </dgm:pt>
    <dgm:pt modelId="{4BA6A2E0-966D-45B2-AC4E-63D18C94AB43}" type="parTrans" cxnId="{004787DA-6268-4BDC-AFC8-84D7AD43463C}">
      <dgm:prSet/>
      <dgm:spPr/>
      <dgm:t>
        <a:bodyPr/>
        <a:lstStyle/>
        <a:p>
          <a:pPr latinLnBrk="1"/>
          <a:endParaRPr lang="ko-KR" altLang="en-US"/>
        </a:p>
      </dgm:t>
    </dgm:pt>
    <dgm:pt modelId="{F38E746D-225A-4177-8A04-C9B916BF32AA}" type="sibTrans" cxnId="{004787DA-6268-4BDC-AFC8-84D7AD43463C}">
      <dgm:prSet/>
      <dgm:spPr/>
      <dgm:t>
        <a:bodyPr/>
        <a:lstStyle/>
        <a:p>
          <a:pPr latinLnBrk="1"/>
          <a:endParaRPr lang="ko-KR" altLang="en-US"/>
        </a:p>
      </dgm:t>
    </dgm:pt>
    <dgm:pt modelId="{E653BAD2-B148-4499-AB7E-3D3D9D774523}">
      <dgm:prSet phldrT="[텍스트]"/>
      <dgm:spPr/>
      <dgm:t>
        <a:bodyPr/>
        <a:lstStyle/>
        <a:p>
          <a:pPr latinLnBrk="1"/>
          <a:r>
            <a:rPr lang="en-US" altLang="ko-KR" dirty="0" smtClean="0">
              <a:solidFill>
                <a:schemeClr val="tx1"/>
              </a:solidFill>
            </a:rPr>
            <a:t>Hyper -Parameter</a:t>
          </a:r>
          <a:endParaRPr lang="ko-KR" altLang="en-US" dirty="0">
            <a:solidFill>
              <a:schemeClr val="tx1"/>
            </a:solidFill>
          </a:endParaRPr>
        </a:p>
      </dgm:t>
    </dgm:pt>
    <dgm:pt modelId="{B9F66673-2DBF-40FB-86C7-C09DEFF47037}" type="parTrans" cxnId="{522FC505-91C2-454A-AD48-B8FE92219A7C}">
      <dgm:prSet/>
      <dgm:spPr/>
      <dgm:t>
        <a:bodyPr/>
        <a:lstStyle/>
        <a:p>
          <a:pPr latinLnBrk="1"/>
          <a:endParaRPr lang="ko-KR" altLang="en-US"/>
        </a:p>
      </dgm:t>
    </dgm:pt>
    <dgm:pt modelId="{16A7388D-B936-4DFC-8DBC-0950D521580A}" type="sibTrans" cxnId="{522FC505-91C2-454A-AD48-B8FE92219A7C}">
      <dgm:prSet/>
      <dgm:spPr/>
      <dgm:t>
        <a:bodyPr/>
        <a:lstStyle/>
        <a:p>
          <a:pPr latinLnBrk="1"/>
          <a:endParaRPr lang="ko-KR" altLang="en-US"/>
        </a:p>
      </dgm:t>
    </dgm:pt>
    <dgm:pt modelId="{9BF06BB4-CA1A-4D63-9937-74B8FF4B650B}">
      <dgm:prSet phldrT="[텍스트]"/>
      <dgm:spPr/>
      <dgm:t>
        <a:bodyPr/>
        <a:lstStyle/>
        <a:p>
          <a:pPr latinLnBrk="1"/>
          <a:r>
            <a:rPr lang="en-US" altLang="ko-KR" dirty="0" smtClean="0"/>
            <a:t>CNV</a:t>
          </a:r>
          <a:r>
            <a:rPr lang="ko-KR" altLang="en-US" dirty="0" smtClean="0"/>
            <a:t>구성</a:t>
          </a:r>
          <a:r>
            <a:rPr lang="en-US" altLang="ko-KR" dirty="0" smtClean="0"/>
            <a:t>, Dense</a:t>
          </a:r>
          <a:r>
            <a:rPr lang="ko-KR" altLang="en-US" dirty="0" smtClean="0"/>
            <a:t>로 주로 대표되는 </a:t>
          </a:r>
          <a:r>
            <a:rPr lang="ko-KR" altLang="en-US" dirty="0" err="1" smtClean="0"/>
            <a:t>하이퍼</a:t>
          </a:r>
          <a:r>
            <a:rPr lang="ko-KR" altLang="en-US" dirty="0" smtClean="0"/>
            <a:t> </a:t>
          </a:r>
          <a:r>
            <a:rPr lang="ko-KR" altLang="en-US" dirty="0" err="1" smtClean="0"/>
            <a:t>파라미터를</a:t>
          </a:r>
          <a:r>
            <a:rPr lang="ko-KR" altLang="en-US" dirty="0" smtClean="0"/>
            <a:t> 알맞게 사용하여 적합한 수치가 나올 때까지 찾음</a:t>
          </a:r>
          <a:r>
            <a:rPr lang="en-US" altLang="ko-KR" dirty="0" smtClean="0"/>
            <a:t>(</a:t>
          </a:r>
          <a:r>
            <a:rPr lang="ko-KR" altLang="en-US" dirty="0" err="1" smtClean="0"/>
            <a:t>하이퍼파라미터</a:t>
          </a:r>
          <a:r>
            <a:rPr lang="ko-KR" altLang="en-US" dirty="0" smtClean="0"/>
            <a:t> 튜닝</a:t>
          </a:r>
          <a:r>
            <a:rPr lang="en-US" altLang="ko-KR" dirty="0" smtClean="0"/>
            <a:t>)</a:t>
          </a:r>
          <a:endParaRPr lang="ko-KR" altLang="en-US" dirty="0"/>
        </a:p>
      </dgm:t>
    </dgm:pt>
    <dgm:pt modelId="{0A81E5C5-29C6-4A55-8D28-E2C05D61D251}" type="parTrans" cxnId="{4D307FE8-7930-491B-8EB5-41B7529B8AFF}">
      <dgm:prSet/>
      <dgm:spPr/>
      <dgm:t>
        <a:bodyPr/>
        <a:lstStyle/>
        <a:p>
          <a:pPr latinLnBrk="1"/>
          <a:endParaRPr lang="ko-KR" altLang="en-US"/>
        </a:p>
      </dgm:t>
    </dgm:pt>
    <dgm:pt modelId="{E2770F49-B37D-440F-B6BE-D7451BCDA306}" type="sibTrans" cxnId="{4D307FE8-7930-491B-8EB5-41B7529B8AFF}">
      <dgm:prSet/>
      <dgm:spPr/>
      <dgm:t>
        <a:bodyPr/>
        <a:lstStyle/>
        <a:p>
          <a:pPr latinLnBrk="1"/>
          <a:endParaRPr lang="ko-KR" altLang="en-US"/>
        </a:p>
      </dgm:t>
    </dgm:pt>
    <dgm:pt modelId="{C1D9526B-B308-4591-BF08-7772976CF134}">
      <dgm:prSet phldrT="[텍스트]"/>
      <dgm:spPr/>
      <dgm:t>
        <a:bodyPr/>
        <a:lstStyle/>
        <a:p>
          <a:pPr latinLnBrk="1"/>
          <a:r>
            <a:rPr lang="en-US" altLang="ko-KR" dirty="0" smtClean="0">
              <a:solidFill>
                <a:schemeClr val="tx1"/>
              </a:solidFill>
            </a:rPr>
            <a:t>Web-crawling</a:t>
          </a:r>
          <a:endParaRPr lang="ko-KR" altLang="en-US" dirty="0">
            <a:solidFill>
              <a:schemeClr val="tx1"/>
            </a:solidFill>
          </a:endParaRPr>
        </a:p>
      </dgm:t>
    </dgm:pt>
    <dgm:pt modelId="{F599B303-B1F0-489A-BA8B-C43EFB60FD7A}" type="parTrans" cxnId="{1E6C4F61-7612-431A-99AE-6A0E60D4C456}">
      <dgm:prSet/>
      <dgm:spPr/>
      <dgm:t>
        <a:bodyPr/>
        <a:lstStyle/>
        <a:p>
          <a:pPr latinLnBrk="1"/>
          <a:endParaRPr lang="ko-KR" altLang="en-US"/>
        </a:p>
      </dgm:t>
    </dgm:pt>
    <dgm:pt modelId="{23E9293F-CC5D-4D84-AF9F-0A137F098D3A}" type="sibTrans" cxnId="{1E6C4F61-7612-431A-99AE-6A0E60D4C456}">
      <dgm:prSet/>
      <dgm:spPr/>
      <dgm:t>
        <a:bodyPr/>
        <a:lstStyle/>
        <a:p>
          <a:pPr latinLnBrk="1"/>
          <a:endParaRPr lang="ko-KR" altLang="en-US"/>
        </a:p>
      </dgm:t>
    </dgm:pt>
    <dgm:pt modelId="{DEABFA9F-D4A9-4C81-8E93-C953D1D18DE6}">
      <dgm:prSet phldrT="[텍스트]"/>
      <dgm:spPr/>
      <dgm:t>
        <a:bodyPr/>
        <a:lstStyle/>
        <a:p>
          <a:pPr latinLnBrk="1"/>
          <a:r>
            <a:rPr lang="ko-KR" altLang="en-US" dirty="0" smtClean="0"/>
            <a:t>웹에서 필요한 데이터를 찾고 모으기 위해서 사용</a:t>
          </a:r>
          <a:endParaRPr lang="ko-KR" altLang="en-US" dirty="0"/>
        </a:p>
      </dgm:t>
    </dgm:pt>
    <dgm:pt modelId="{02A7CA10-97EA-4095-ACCF-37D4799B01E4}" type="parTrans" cxnId="{3AA070F0-4D61-4946-9FE5-F7C4A80A5DE2}">
      <dgm:prSet/>
      <dgm:spPr/>
      <dgm:t>
        <a:bodyPr/>
        <a:lstStyle/>
        <a:p>
          <a:pPr latinLnBrk="1"/>
          <a:endParaRPr lang="ko-KR" altLang="en-US"/>
        </a:p>
      </dgm:t>
    </dgm:pt>
    <dgm:pt modelId="{87AB25EC-8743-4B72-A463-B66E62275840}" type="sibTrans" cxnId="{3AA070F0-4D61-4946-9FE5-F7C4A80A5DE2}">
      <dgm:prSet/>
      <dgm:spPr/>
      <dgm:t>
        <a:bodyPr/>
        <a:lstStyle/>
        <a:p>
          <a:pPr latinLnBrk="1"/>
          <a:endParaRPr lang="ko-KR" altLang="en-US"/>
        </a:p>
      </dgm:t>
    </dgm:pt>
    <dgm:pt modelId="{DA341A5B-195E-48D9-9C29-967FAF091AB2}">
      <dgm:prSet phldrT="[텍스트]"/>
      <dgm:spPr/>
      <dgm:t>
        <a:bodyPr/>
        <a:lstStyle/>
        <a:p>
          <a:pPr latinLnBrk="1"/>
          <a:r>
            <a:rPr lang="en-US" altLang="ko-KR" dirty="0" err="1" smtClean="0">
              <a:solidFill>
                <a:schemeClr val="tx1"/>
              </a:solidFill>
            </a:rPr>
            <a:t>Colab</a:t>
          </a:r>
          <a:endParaRPr lang="ko-KR" altLang="en-US" dirty="0">
            <a:solidFill>
              <a:schemeClr val="tx1"/>
            </a:solidFill>
          </a:endParaRPr>
        </a:p>
      </dgm:t>
    </dgm:pt>
    <dgm:pt modelId="{66B3F5D9-00D7-4B4B-9C09-69D748BA3EF7}" type="parTrans" cxnId="{AEE85368-4C18-47DD-8C0B-0ECB94D263F3}">
      <dgm:prSet/>
      <dgm:spPr/>
      <dgm:t>
        <a:bodyPr/>
        <a:lstStyle/>
        <a:p>
          <a:pPr latinLnBrk="1"/>
          <a:endParaRPr lang="ko-KR" altLang="en-US"/>
        </a:p>
      </dgm:t>
    </dgm:pt>
    <dgm:pt modelId="{8AF443A1-096D-4D79-BB36-9509E7E60177}" type="sibTrans" cxnId="{AEE85368-4C18-47DD-8C0B-0ECB94D263F3}">
      <dgm:prSet/>
      <dgm:spPr/>
      <dgm:t>
        <a:bodyPr/>
        <a:lstStyle/>
        <a:p>
          <a:pPr latinLnBrk="1"/>
          <a:endParaRPr lang="ko-KR" altLang="en-US"/>
        </a:p>
      </dgm:t>
    </dgm:pt>
    <dgm:pt modelId="{20CA4BFC-7C4F-407D-ABBF-B4934796AC86}">
      <dgm:prSet/>
      <dgm:spPr/>
      <dgm:t>
        <a:bodyPr/>
        <a:lstStyle/>
        <a:p>
          <a:pPr latinLnBrk="1"/>
          <a:r>
            <a:rPr lang="ko-KR" altLang="en-US" dirty="0" smtClean="0"/>
            <a:t>방대한 데이터로 인하여 속도가 느려지기 때문에</a:t>
          </a:r>
          <a:r>
            <a:rPr lang="en-US" altLang="ko-KR" dirty="0" smtClean="0"/>
            <a:t>, </a:t>
          </a:r>
          <a:r>
            <a:rPr lang="ko-KR" altLang="en-US" dirty="0" smtClean="0"/>
            <a:t>속도를 보완하기 위해 사용</a:t>
          </a:r>
          <a:endParaRPr lang="ko-KR" altLang="en-US" dirty="0"/>
        </a:p>
      </dgm:t>
    </dgm:pt>
    <dgm:pt modelId="{1F1AA5F7-2683-4534-9B6F-C78F6A4CDA57}" type="parTrans" cxnId="{4059E197-A1B8-449F-A2A3-8BBFD71A2EC6}">
      <dgm:prSet/>
      <dgm:spPr/>
    </dgm:pt>
    <dgm:pt modelId="{A73F9494-5F5B-4241-9367-0BCE22B72349}" type="sibTrans" cxnId="{4059E197-A1B8-449F-A2A3-8BBFD71A2EC6}">
      <dgm:prSet/>
      <dgm:spPr/>
    </dgm:pt>
    <dgm:pt modelId="{1DC6A38C-756F-452D-B4CC-118A04848BE2}" type="pres">
      <dgm:prSet presAssocID="{06D34D14-050F-4BE2-BF97-A5AE1DF2CC61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8514348-FB79-4507-B6EA-37622D6E68A7}" type="pres">
      <dgm:prSet presAssocID="{8A829607-9F23-49B2-9C38-C3C24139D389}" presName="composite" presStyleCnt="0"/>
      <dgm:spPr/>
    </dgm:pt>
    <dgm:pt modelId="{E2A46409-0C44-4109-BBC3-63FEA0500249}" type="pres">
      <dgm:prSet presAssocID="{8A829607-9F23-49B2-9C38-C3C24139D389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B24BA33-02F0-40F7-AEF3-41514D3EF0D1}" type="pres">
      <dgm:prSet presAssocID="{8A829607-9F23-49B2-9C38-C3C24139D389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9309FB3-1629-4F0C-B941-EFC5EDF3BA44}" type="pres">
      <dgm:prSet presAssocID="{32CD77DC-22C4-47B6-9833-F08D6A1D52CC}" presName="sp" presStyleCnt="0"/>
      <dgm:spPr/>
    </dgm:pt>
    <dgm:pt modelId="{6D985935-54F6-4BDC-9D71-A81C6F2D3F7F}" type="pres">
      <dgm:prSet presAssocID="{E653BAD2-B148-4499-AB7E-3D3D9D774523}" presName="composite" presStyleCnt="0"/>
      <dgm:spPr/>
    </dgm:pt>
    <dgm:pt modelId="{CE4C1807-375A-4F01-94EF-C5831AA29BA9}" type="pres">
      <dgm:prSet presAssocID="{E653BAD2-B148-4499-AB7E-3D3D9D774523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BCF617C-6421-44CF-839F-CDEB0B4FB749}" type="pres">
      <dgm:prSet presAssocID="{E653BAD2-B148-4499-AB7E-3D3D9D774523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205C598-D988-4DEA-A14C-E8D17802BE4D}" type="pres">
      <dgm:prSet presAssocID="{16A7388D-B936-4DFC-8DBC-0950D521580A}" presName="sp" presStyleCnt="0"/>
      <dgm:spPr/>
    </dgm:pt>
    <dgm:pt modelId="{C7ECE37C-0086-4933-B7EB-E5B953A45021}" type="pres">
      <dgm:prSet presAssocID="{C1D9526B-B308-4591-BF08-7772976CF134}" presName="composite" presStyleCnt="0"/>
      <dgm:spPr/>
    </dgm:pt>
    <dgm:pt modelId="{0B17C9BD-06E8-4150-93AA-55F0B2312E06}" type="pres">
      <dgm:prSet presAssocID="{C1D9526B-B308-4591-BF08-7772976CF134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316CFAE-68D2-4302-913C-5666C83769B4}" type="pres">
      <dgm:prSet presAssocID="{C1D9526B-B308-4591-BF08-7772976CF134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CA0331C-AE65-4276-8882-A865EBC1C787}" type="pres">
      <dgm:prSet presAssocID="{23E9293F-CC5D-4D84-AF9F-0A137F098D3A}" presName="sp" presStyleCnt="0"/>
      <dgm:spPr/>
    </dgm:pt>
    <dgm:pt modelId="{B8DAB30C-6E2E-4D8A-A0D1-BEC844C4CEF4}" type="pres">
      <dgm:prSet presAssocID="{DA341A5B-195E-48D9-9C29-967FAF091AB2}" presName="composite" presStyleCnt="0"/>
      <dgm:spPr/>
    </dgm:pt>
    <dgm:pt modelId="{83E63245-FB76-4287-A9CD-0F039B990671}" type="pres">
      <dgm:prSet presAssocID="{DA341A5B-195E-48D9-9C29-967FAF091AB2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D287D26-DC2F-4F41-AD60-2020A3EF85CF}" type="pres">
      <dgm:prSet presAssocID="{DA341A5B-195E-48D9-9C29-967FAF091AB2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4D307FE8-7930-491B-8EB5-41B7529B8AFF}" srcId="{E653BAD2-B148-4499-AB7E-3D3D9D774523}" destId="{9BF06BB4-CA1A-4D63-9937-74B8FF4B650B}" srcOrd="0" destOrd="0" parTransId="{0A81E5C5-29C6-4A55-8D28-E2C05D61D251}" sibTransId="{E2770F49-B37D-440F-B6BE-D7451BCDA306}"/>
    <dgm:cxn modelId="{8504C09C-4564-4FA7-8AE5-2564A1D565BC}" type="presOf" srcId="{DEABFA9F-D4A9-4C81-8E93-C953D1D18DE6}" destId="{E316CFAE-68D2-4302-913C-5666C83769B4}" srcOrd="0" destOrd="0" presId="urn:microsoft.com/office/officeart/2005/8/layout/chevron2"/>
    <dgm:cxn modelId="{AEE85368-4C18-47DD-8C0B-0ECB94D263F3}" srcId="{06D34D14-050F-4BE2-BF97-A5AE1DF2CC61}" destId="{DA341A5B-195E-48D9-9C29-967FAF091AB2}" srcOrd="3" destOrd="0" parTransId="{66B3F5D9-00D7-4B4B-9C09-69D748BA3EF7}" sibTransId="{8AF443A1-096D-4D79-BB36-9509E7E60177}"/>
    <dgm:cxn modelId="{77A52E20-C7D6-4035-A0B8-7940F12E4936}" type="presOf" srcId="{06D34D14-050F-4BE2-BF97-A5AE1DF2CC61}" destId="{1DC6A38C-756F-452D-B4CC-118A04848BE2}" srcOrd="0" destOrd="0" presId="urn:microsoft.com/office/officeart/2005/8/layout/chevron2"/>
    <dgm:cxn modelId="{69C623C7-0058-46CC-8CF5-CBC8BAB83F97}" type="presOf" srcId="{E653BAD2-B148-4499-AB7E-3D3D9D774523}" destId="{CE4C1807-375A-4F01-94EF-C5831AA29BA9}" srcOrd="0" destOrd="0" presId="urn:microsoft.com/office/officeart/2005/8/layout/chevron2"/>
    <dgm:cxn modelId="{3AA070F0-4D61-4946-9FE5-F7C4A80A5DE2}" srcId="{C1D9526B-B308-4591-BF08-7772976CF134}" destId="{DEABFA9F-D4A9-4C81-8E93-C953D1D18DE6}" srcOrd="0" destOrd="0" parTransId="{02A7CA10-97EA-4095-ACCF-37D4799B01E4}" sibTransId="{87AB25EC-8743-4B72-A463-B66E62275840}"/>
    <dgm:cxn modelId="{4059E197-A1B8-449F-A2A3-8BBFD71A2EC6}" srcId="{DA341A5B-195E-48D9-9C29-967FAF091AB2}" destId="{20CA4BFC-7C4F-407D-ABBF-B4934796AC86}" srcOrd="0" destOrd="0" parTransId="{1F1AA5F7-2683-4534-9B6F-C78F6A4CDA57}" sibTransId="{A73F9494-5F5B-4241-9367-0BCE22B72349}"/>
    <dgm:cxn modelId="{C953498A-DC04-4C79-993D-4197A13D903F}" type="presOf" srcId="{20CA4BFC-7C4F-407D-ABBF-B4934796AC86}" destId="{5D287D26-DC2F-4F41-AD60-2020A3EF85CF}" srcOrd="0" destOrd="0" presId="urn:microsoft.com/office/officeart/2005/8/layout/chevron2"/>
    <dgm:cxn modelId="{84863C4A-B422-4AAB-AAA3-FB6764DAD469}" type="presOf" srcId="{8A829607-9F23-49B2-9C38-C3C24139D389}" destId="{E2A46409-0C44-4109-BBC3-63FEA0500249}" srcOrd="0" destOrd="0" presId="urn:microsoft.com/office/officeart/2005/8/layout/chevron2"/>
    <dgm:cxn modelId="{DC977661-3984-4700-A340-374F0BDB7B71}" type="presOf" srcId="{C1D9526B-B308-4591-BF08-7772976CF134}" destId="{0B17C9BD-06E8-4150-93AA-55F0B2312E06}" srcOrd="0" destOrd="0" presId="urn:microsoft.com/office/officeart/2005/8/layout/chevron2"/>
    <dgm:cxn modelId="{522FC505-91C2-454A-AD48-B8FE92219A7C}" srcId="{06D34D14-050F-4BE2-BF97-A5AE1DF2CC61}" destId="{E653BAD2-B148-4499-AB7E-3D3D9D774523}" srcOrd="1" destOrd="0" parTransId="{B9F66673-2DBF-40FB-86C7-C09DEFF47037}" sibTransId="{16A7388D-B936-4DFC-8DBC-0950D521580A}"/>
    <dgm:cxn modelId="{53BA5831-872E-446C-B441-E9E0A8FB06E2}" type="presOf" srcId="{D23B170E-7BAC-4CC4-9F6F-B7F8296C4230}" destId="{FB24BA33-02F0-40F7-AEF3-41514D3EF0D1}" srcOrd="0" destOrd="0" presId="urn:microsoft.com/office/officeart/2005/8/layout/chevron2"/>
    <dgm:cxn modelId="{17742F8E-CBFF-4E83-A632-E41F7C32FD16}" type="presOf" srcId="{DA341A5B-195E-48D9-9C29-967FAF091AB2}" destId="{83E63245-FB76-4287-A9CD-0F039B990671}" srcOrd="0" destOrd="0" presId="urn:microsoft.com/office/officeart/2005/8/layout/chevron2"/>
    <dgm:cxn modelId="{004787DA-6268-4BDC-AFC8-84D7AD43463C}" srcId="{8A829607-9F23-49B2-9C38-C3C24139D389}" destId="{D23B170E-7BAC-4CC4-9F6F-B7F8296C4230}" srcOrd="0" destOrd="0" parTransId="{4BA6A2E0-966D-45B2-AC4E-63D18C94AB43}" sibTransId="{F38E746D-225A-4177-8A04-C9B916BF32AA}"/>
    <dgm:cxn modelId="{4380C92A-8C4C-4C12-98E7-080C9DC62D8A}" type="presOf" srcId="{9BF06BB4-CA1A-4D63-9937-74B8FF4B650B}" destId="{DBCF617C-6421-44CF-839F-CDEB0B4FB749}" srcOrd="0" destOrd="0" presId="urn:microsoft.com/office/officeart/2005/8/layout/chevron2"/>
    <dgm:cxn modelId="{33E7CC9B-3CEC-404A-8C76-5AFA05CF72B9}" srcId="{06D34D14-050F-4BE2-BF97-A5AE1DF2CC61}" destId="{8A829607-9F23-49B2-9C38-C3C24139D389}" srcOrd="0" destOrd="0" parTransId="{D2CF49BD-E6BC-4181-9642-D1892AE33298}" sibTransId="{32CD77DC-22C4-47B6-9833-F08D6A1D52CC}"/>
    <dgm:cxn modelId="{1E6C4F61-7612-431A-99AE-6A0E60D4C456}" srcId="{06D34D14-050F-4BE2-BF97-A5AE1DF2CC61}" destId="{C1D9526B-B308-4591-BF08-7772976CF134}" srcOrd="2" destOrd="0" parTransId="{F599B303-B1F0-489A-BA8B-C43EFB60FD7A}" sibTransId="{23E9293F-CC5D-4D84-AF9F-0A137F098D3A}"/>
    <dgm:cxn modelId="{FB05CA4E-4FCF-4B40-9726-947CAE033B9B}" type="presParOf" srcId="{1DC6A38C-756F-452D-B4CC-118A04848BE2}" destId="{08514348-FB79-4507-B6EA-37622D6E68A7}" srcOrd="0" destOrd="0" presId="urn:microsoft.com/office/officeart/2005/8/layout/chevron2"/>
    <dgm:cxn modelId="{DBB58F66-FF0F-4ABA-BBCE-D48A9605E1DA}" type="presParOf" srcId="{08514348-FB79-4507-B6EA-37622D6E68A7}" destId="{E2A46409-0C44-4109-BBC3-63FEA0500249}" srcOrd="0" destOrd="0" presId="urn:microsoft.com/office/officeart/2005/8/layout/chevron2"/>
    <dgm:cxn modelId="{E4C04C66-A0AD-4D80-B57D-0C3E57486D55}" type="presParOf" srcId="{08514348-FB79-4507-B6EA-37622D6E68A7}" destId="{FB24BA33-02F0-40F7-AEF3-41514D3EF0D1}" srcOrd="1" destOrd="0" presId="urn:microsoft.com/office/officeart/2005/8/layout/chevron2"/>
    <dgm:cxn modelId="{7662B571-CB6A-4864-812F-61F958686E45}" type="presParOf" srcId="{1DC6A38C-756F-452D-B4CC-118A04848BE2}" destId="{E9309FB3-1629-4F0C-B941-EFC5EDF3BA44}" srcOrd="1" destOrd="0" presId="urn:microsoft.com/office/officeart/2005/8/layout/chevron2"/>
    <dgm:cxn modelId="{BAB58B47-F2FD-43DD-9479-28F8E0A520B9}" type="presParOf" srcId="{1DC6A38C-756F-452D-B4CC-118A04848BE2}" destId="{6D985935-54F6-4BDC-9D71-A81C6F2D3F7F}" srcOrd="2" destOrd="0" presId="urn:microsoft.com/office/officeart/2005/8/layout/chevron2"/>
    <dgm:cxn modelId="{93513580-1B88-453D-9D06-2FBCD82EFA25}" type="presParOf" srcId="{6D985935-54F6-4BDC-9D71-A81C6F2D3F7F}" destId="{CE4C1807-375A-4F01-94EF-C5831AA29BA9}" srcOrd="0" destOrd="0" presId="urn:microsoft.com/office/officeart/2005/8/layout/chevron2"/>
    <dgm:cxn modelId="{04F4E6E2-8730-40CC-A8D4-0130F92A0426}" type="presParOf" srcId="{6D985935-54F6-4BDC-9D71-A81C6F2D3F7F}" destId="{DBCF617C-6421-44CF-839F-CDEB0B4FB749}" srcOrd="1" destOrd="0" presId="urn:microsoft.com/office/officeart/2005/8/layout/chevron2"/>
    <dgm:cxn modelId="{B1458F70-088F-4A37-B195-1C8504B35BB7}" type="presParOf" srcId="{1DC6A38C-756F-452D-B4CC-118A04848BE2}" destId="{9205C598-D988-4DEA-A14C-E8D17802BE4D}" srcOrd="3" destOrd="0" presId="urn:microsoft.com/office/officeart/2005/8/layout/chevron2"/>
    <dgm:cxn modelId="{DF6674AC-4B45-4270-983E-3C27465DC1A8}" type="presParOf" srcId="{1DC6A38C-756F-452D-B4CC-118A04848BE2}" destId="{C7ECE37C-0086-4933-B7EB-E5B953A45021}" srcOrd="4" destOrd="0" presId="urn:microsoft.com/office/officeart/2005/8/layout/chevron2"/>
    <dgm:cxn modelId="{70991526-DDEB-443A-96D9-E5BB2F7E07F4}" type="presParOf" srcId="{C7ECE37C-0086-4933-B7EB-E5B953A45021}" destId="{0B17C9BD-06E8-4150-93AA-55F0B2312E06}" srcOrd="0" destOrd="0" presId="urn:microsoft.com/office/officeart/2005/8/layout/chevron2"/>
    <dgm:cxn modelId="{18CE5FE0-8457-47CD-9DFC-FA321EE668C8}" type="presParOf" srcId="{C7ECE37C-0086-4933-B7EB-E5B953A45021}" destId="{E316CFAE-68D2-4302-913C-5666C83769B4}" srcOrd="1" destOrd="0" presId="urn:microsoft.com/office/officeart/2005/8/layout/chevron2"/>
    <dgm:cxn modelId="{7A32A634-AB7B-4822-B78C-012282A67770}" type="presParOf" srcId="{1DC6A38C-756F-452D-B4CC-118A04848BE2}" destId="{9CA0331C-AE65-4276-8882-A865EBC1C787}" srcOrd="5" destOrd="0" presId="urn:microsoft.com/office/officeart/2005/8/layout/chevron2"/>
    <dgm:cxn modelId="{4DECB025-D4D2-45F5-8ECA-AAFF1B5A42E4}" type="presParOf" srcId="{1DC6A38C-756F-452D-B4CC-118A04848BE2}" destId="{B8DAB30C-6E2E-4D8A-A0D1-BEC844C4CEF4}" srcOrd="6" destOrd="0" presId="urn:microsoft.com/office/officeart/2005/8/layout/chevron2"/>
    <dgm:cxn modelId="{B7EE0E1C-F06B-4617-B593-1BB638A167E6}" type="presParOf" srcId="{B8DAB30C-6E2E-4D8A-A0D1-BEC844C4CEF4}" destId="{83E63245-FB76-4287-A9CD-0F039B990671}" srcOrd="0" destOrd="0" presId="urn:microsoft.com/office/officeart/2005/8/layout/chevron2"/>
    <dgm:cxn modelId="{A816D977-E1E1-4D84-9921-07E1666D2E60}" type="presParOf" srcId="{B8DAB30C-6E2E-4D8A-A0D1-BEC844C4CEF4}" destId="{5D287D26-DC2F-4F41-AD60-2020A3EF85C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A46409-0C44-4109-BBC3-63FEA0500249}">
      <dsp:nvSpPr>
        <dsp:cNvPr id="0" name=""/>
        <dsp:cNvSpPr/>
      </dsp:nvSpPr>
      <dsp:spPr>
        <a:xfrm rot="5400000">
          <a:off x="-186241" y="191452"/>
          <a:ext cx="1241608" cy="8691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050" kern="1200" dirty="0" err="1" smtClean="0">
              <a:solidFill>
                <a:schemeClr val="tx1"/>
              </a:solidFill>
            </a:rPr>
            <a:t>ImageGenerator</a:t>
          </a:r>
          <a:endParaRPr lang="ko-KR" altLang="en-US" sz="1050" kern="1200" dirty="0">
            <a:solidFill>
              <a:schemeClr val="tx1"/>
            </a:solidFill>
          </a:endParaRPr>
        </a:p>
      </dsp:txBody>
      <dsp:txXfrm rot="-5400000">
        <a:off x="1" y="439774"/>
        <a:ext cx="869125" cy="372483"/>
      </dsp:txXfrm>
    </dsp:sp>
    <dsp:sp modelId="{FB24BA33-02F0-40F7-AEF3-41514D3EF0D1}">
      <dsp:nvSpPr>
        <dsp:cNvPr id="0" name=""/>
        <dsp:cNvSpPr/>
      </dsp:nvSpPr>
      <dsp:spPr>
        <a:xfrm rot="5400000">
          <a:off x="5661109" y="-4786772"/>
          <a:ext cx="807045" cy="1039101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700" kern="1200" dirty="0" smtClean="0"/>
            <a:t>데이터가 부족하여 정확성이 떨어지므로</a:t>
          </a:r>
          <a:r>
            <a:rPr lang="en-US" altLang="ko-KR" sz="1700" kern="1200" dirty="0" smtClean="0"/>
            <a:t>, </a:t>
          </a:r>
          <a:r>
            <a:rPr lang="ko-KR" altLang="en-US" sz="1700" kern="1200" dirty="0" smtClean="0"/>
            <a:t>이미지 생성으로 부족한 이미지 데이터를 보충하였음</a:t>
          </a:r>
          <a:endParaRPr lang="ko-KR" altLang="en-US" sz="1700" kern="1200" dirty="0"/>
        </a:p>
      </dsp:txBody>
      <dsp:txXfrm rot="-5400000">
        <a:off x="869126" y="44608"/>
        <a:ext cx="10351615" cy="728251"/>
      </dsp:txXfrm>
    </dsp:sp>
    <dsp:sp modelId="{CE4C1807-375A-4F01-94EF-C5831AA29BA9}">
      <dsp:nvSpPr>
        <dsp:cNvPr id="0" name=""/>
        <dsp:cNvSpPr/>
      </dsp:nvSpPr>
      <dsp:spPr>
        <a:xfrm rot="5400000">
          <a:off x="-186241" y="1286467"/>
          <a:ext cx="1241608" cy="8691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200" kern="1200" dirty="0" smtClean="0">
              <a:solidFill>
                <a:schemeClr val="tx1"/>
              </a:solidFill>
            </a:rPr>
            <a:t>Hyper -Parameter</a:t>
          </a:r>
          <a:endParaRPr lang="ko-KR" altLang="en-US" sz="1200" kern="1200" dirty="0">
            <a:solidFill>
              <a:schemeClr val="tx1"/>
            </a:solidFill>
          </a:endParaRPr>
        </a:p>
      </dsp:txBody>
      <dsp:txXfrm rot="-5400000">
        <a:off x="1" y="1534789"/>
        <a:ext cx="869125" cy="372483"/>
      </dsp:txXfrm>
    </dsp:sp>
    <dsp:sp modelId="{DBCF617C-6421-44CF-839F-CDEB0B4FB749}">
      <dsp:nvSpPr>
        <dsp:cNvPr id="0" name=""/>
        <dsp:cNvSpPr/>
      </dsp:nvSpPr>
      <dsp:spPr>
        <a:xfrm rot="5400000">
          <a:off x="5661109" y="-3691757"/>
          <a:ext cx="807045" cy="1039101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700" kern="1200" dirty="0" smtClean="0"/>
            <a:t>CNV</a:t>
          </a:r>
          <a:r>
            <a:rPr lang="ko-KR" altLang="en-US" sz="1700" kern="1200" dirty="0" smtClean="0"/>
            <a:t>구성</a:t>
          </a:r>
          <a:r>
            <a:rPr lang="en-US" altLang="ko-KR" sz="1700" kern="1200" dirty="0" smtClean="0"/>
            <a:t>, Dense</a:t>
          </a:r>
          <a:r>
            <a:rPr lang="ko-KR" altLang="en-US" sz="1700" kern="1200" dirty="0" smtClean="0"/>
            <a:t>로 주로 대표되는 </a:t>
          </a:r>
          <a:r>
            <a:rPr lang="ko-KR" altLang="en-US" sz="1700" kern="1200" dirty="0" err="1" smtClean="0"/>
            <a:t>하이퍼</a:t>
          </a:r>
          <a:r>
            <a:rPr lang="ko-KR" altLang="en-US" sz="1700" kern="1200" dirty="0" smtClean="0"/>
            <a:t> </a:t>
          </a:r>
          <a:r>
            <a:rPr lang="ko-KR" altLang="en-US" sz="1700" kern="1200" dirty="0" err="1" smtClean="0"/>
            <a:t>파라미터를</a:t>
          </a:r>
          <a:r>
            <a:rPr lang="ko-KR" altLang="en-US" sz="1700" kern="1200" dirty="0" smtClean="0"/>
            <a:t> 알맞게 사용하여 적합한 수치가 나올 때까지 찾음</a:t>
          </a:r>
          <a:r>
            <a:rPr lang="en-US" altLang="ko-KR" sz="1700" kern="1200" dirty="0" smtClean="0"/>
            <a:t>(</a:t>
          </a:r>
          <a:r>
            <a:rPr lang="ko-KR" altLang="en-US" sz="1700" kern="1200" dirty="0" err="1" smtClean="0"/>
            <a:t>하이퍼파라미터</a:t>
          </a:r>
          <a:r>
            <a:rPr lang="ko-KR" altLang="en-US" sz="1700" kern="1200" dirty="0" smtClean="0"/>
            <a:t> 튜닝</a:t>
          </a:r>
          <a:r>
            <a:rPr lang="en-US" altLang="ko-KR" sz="1700" kern="1200" dirty="0" smtClean="0"/>
            <a:t>)</a:t>
          </a:r>
          <a:endParaRPr lang="ko-KR" altLang="en-US" sz="1700" kern="1200" dirty="0"/>
        </a:p>
      </dsp:txBody>
      <dsp:txXfrm rot="-5400000">
        <a:off x="869126" y="1139623"/>
        <a:ext cx="10351615" cy="728251"/>
      </dsp:txXfrm>
    </dsp:sp>
    <dsp:sp modelId="{0B17C9BD-06E8-4150-93AA-55F0B2312E06}">
      <dsp:nvSpPr>
        <dsp:cNvPr id="0" name=""/>
        <dsp:cNvSpPr/>
      </dsp:nvSpPr>
      <dsp:spPr>
        <a:xfrm rot="5400000">
          <a:off x="-186241" y="2381482"/>
          <a:ext cx="1241608" cy="8691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200" kern="1200" dirty="0" smtClean="0">
              <a:solidFill>
                <a:schemeClr val="tx1"/>
              </a:solidFill>
            </a:rPr>
            <a:t>Web-crawling</a:t>
          </a:r>
          <a:endParaRPr lang="ko-KR" altLang="en-US" sz="1200" kern="1200" dirty="0">
            <a:solidFill>
              <a:schemeClr val="tx1"/>
            </a:solidFill>
          </a:endParaRPr>
        </a:p>
      </dsp:txBody>
      <dsp:txXfrm rot="-5400000">
        <a:off x="1" y="2629804"/>
        <a:ext cx="869125" cy="372483"/>
      </dsp:txXfrm>
    </dsp:sp>
    <dsp:sp modelId="{E316CFAE-68D2-4302-913C-5666C83769B4}">
      <dsp:nvSpPr>
        <dsp:cNvPr id="0" name=""/>
        <dsp:cNvSpPr/>
      </dsp:nvSpPr>
      <dsp:spPr>
        <a:xfrm rot="5400000">
          <a:off x="5661109" y="-2596742"/>
          <a:ext cx="807045" cy="1039101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700" kern="1200" dirty="0" smtClean="0"/>
            <a:t>웹에서 필요한 데이터를 찾고 모으기 위해서 사용</a:t>
          </a:r>
          <a:endParaRPr lang="ko-KR" altLang="en-US" sz="1700" kern="1200" dirty="0"/>
        </a:p>
      </dsp:txBody>
      <dsp:txXfrm rot="-5400000">
        <a:off x="869126" y="2234638"/>
        <a:ext cx="10351615" cy="728251"/>
      </dsp:txXfrm>
    </dsp:sp>
    <dsp:sp modelId="{83E63245-FB76-4287-A9CD-0F039B990671}">
      <dsp:nvSpPr>
        <dsp:cNvPr id="0" name=""/>
        <dsp:cNvSpPr/>
      </dsp:nvSpPr>
      <dsp:spPr>
        <a:xfrm rot="5400000">
          <a:off x="-186241" y="3476496"/>
          <a:ext cx="1241608" cy="8691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200" kern="1200" dirty="0" err="1" smtClean="0">
              <a:solidFill>
                <a:schemeClr val="tx1"/>
              </a:solidFill>
            </a:rPr>
            <a:t>Colab</a:t>
          </a:r>
          <a:endParaRPr lang="ko-KR" altLang="en-US" sz="1200" kern="1200" dirty="0">
            <a:solidFill>
              <a:schemeClr val="tx1"/>
            </a:solidFill>
          </a:endParaRPr>
        </a:p>
      </dsp:txBody>
      <dsp:txXfrm rot="-5400000">
        <a:off x="1" y="3724818"/>
        <a:ext cx="869125" cy="372483"/>
      </dsp:txXfrm>
    </dsp:sp>
    <dsp:sp modelId="{5D287D26-DC2F-4F41-AD60-2020A3EF85CF}">
      <dsp:nvSpPr>
        <dsp:cNvPr id="0" name=""/>
        <dsp:cNvSpPr/>
      </dsp:nvSpPr>
      <dsp:spPr>
        <a:xfrm rot="5400000">
          <a:off x="5661109" y="-1501727"/>
          <a:ext cx="807045" cy="1039101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700" kern="1200" dirty="0" smtClean="0"/>
            <a:t>방대한 데이터로 인하여 속도가 느려지기 때문에</a:t>
          </a:r>
          <a:r>
            <a:rPr lang="en-US" altLang="ko-KR" sz="1700" kern="1200" dirty="0" smtClean="0"/>
            <a:t>, </a:t>
          </a:r>
          <a:r>
            <a:rPr lang="ko-KR" altLang="en-US" sz="1700" kern="1200" dirty="0" smtClean="0"/>
            <a:t>속도를 보완하기 위해 사용</a:t>
          </a:r>
          <a:endParaRPr lang="ko-KR" altLang="en-US" sz="1700" kern="1200" dirty="0"/>
        </a:p>
      </dsp:txBody>
      <dsp:txXfrm rot="-5400000">
        <a:off x="869126" y="3329653"/>
        <a:ext cx="10351615" cy="7282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SemiTransparentText">
  <dgm:title val=""/>
  <dgm:desc val=""/>
  <dgm:catLst>
    <dgm:cat type="picture" pri="7000"/>
    <dgm:cat type="pictureconvert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19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1667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"/>
          <dgm:constr type="w" for="ch" forName="rect1" refType="w"/>
          <dgm:constr type="h" for="ch" forName="rect1" refType="h"/>
          <dgm:constr type="l" for="ch" forName="rect2" refType="w" fact="0"/>
          <dgm:constr type="t" for="ch" forName="rect2" refType="h" fact="0.7"/>
          <dgm:constr type="w" for="ch" forName="rect2" refType="w"/>
          <dgm:constr type="h" for="ch" forName="rect2" refType="h" fact="0.24"/>
        </dgm:constrLst>
        <dgm:layoutNode name="rect1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trBgShp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xmlns="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FCE0721-D3CB-4D1A-889A-F233BE54092F}" type="datetime4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2023년 12월 6일</a:t>
            </a:fld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ZA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6A96D1F-97F2-497B-900D-2E1A82C6FA1F}" type="datetime4">
              <a:rPr lang="ko-KR" altLang="en-US" smtClean="0"/>
              <a:pPr/>
              <a:t>2023년 12월 6일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ZA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  <a:endParaRPr lang="ko-KR" altLang="en-ZA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530193B-564F-4854-8A52-728F3FB19C85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4407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565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9668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7923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332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9749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0031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5536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7272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1392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6996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78080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3875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그림 개체 틀 40">
            <a:extLst>
              <a:ext uri="{FF2B5EF4-FFF2-40B4-BE49-F238E27FC236}">
                <a16:creationId xmlns:a16="http://schemas.microsoft.com/office/drawing/2014/main" xmlns="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여기에 사진 삽입 또는 끌어서 놓기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ts val="6200"/>
              </a:lnSpc>
              <a:defRPr lang="en-ZA" sz="4400" b="1" spc="-30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algn="r" rtl="0"/>
            <a:r>
              <a:rPr lang="ko-KR" altLang="en-US" noProof="0" dirty="0"/>
              <a:t>클릭하여 프레젠테이션 제목 편집</a:t>
            </a:r>
            <a:endParaRPr lang="ko-KR" altLang="en-ZA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sz="1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266700" lvl="0" indent="-266700" algn="ctr" rtl="0"/>
            <a:r>
              <a:rPr lang="ko-KR" altLang="en-US" noProof="0" smtClean="0"/>
              <a:t>마스터 부제목 스타일 편집</a:t>
            </a:r>
            <a:endParaRPr lang="ko-KR" altLang="en-ZA" noProof="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분선 슬라이드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그림 개체 틀 40">
            <a:extLst>
              <a:ext uri="{FF2B5EF4-FFF2-40B4-BE49-F238E27FC236}">
                <a16:creationId xmlns:a16="http://schemas.microsoft.com/office/drawing/2014/main" xmlns="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삽입 또는 끌어서 놓기 </a:t>
            </a:r>
            <a:r>
              <a:rPr lang="ko-KR" altLang="en-ZA" noProof="0" dirty="0"/>
              <a:t/>
            </a:r>
            <a:br>
              <a:rPr lang="ko-KR" altLang="en-ZA" noProof="0" dirty="0"/>
            </a:br>
            <a:r>
              <a:rPr lang="ko-KR" altLang="en-US" noProof="0" dirty="0"/>
              <a:t>여기에 사진 삽입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ts val="6200"/>
              </a:lnSpc>
              <a:defRPr lang="en-ZA" sz="4400" b="1" spc="-30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algn="r" rtl="0"/>
            <a:r>
              <a:rPr lang="ko-KR" altLang="en-US" noProof="0" dirty="0"/>
              <a:t>클릭하여 구역 구분선 편집</a:t>
            </a: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xmlns="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 dirty="0"/>
              <a:t>클릭하여 마스터 부제목 스타일 편집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분선 슬라이드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그림 개체 틀 40">
            <a:extLst>
              <a:ext uri="{FF2B5EF4-FFF2-40B4-BE49-F238E27FC236}">
                <a16:creationId xmlns:a16="http://schemas.microsoft.com/office/drawing/2014/main" xmlns="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삽입 또는 끌어서 놓기 </a:t>
            </a:r>
            <a:r>
              <a:rPr lang="ko-KR" altLang="en-ZA" noProof="0" dirty="0"/>
              <a:t/>
            </a:r>
            <a:br>
              <a:rPr lang="ko-KR" altLang="en-ZA" noProof="0" dirty="0"/>
            </a:br>
            <a:r>
              <a:rPr lang="ko-KR" altLang="en-US" noProof="0" dirty="0"/>
              <a:t>여기에 사진 삽입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xmlns="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lnSpc>
                <a:spcPts val="6200"/>
              </a:lnSpc>
              <a:defRPr sz="44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구역 구분선 편집</a:t>
            </a: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xmlns="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 dirty="0"/>
              <a:t>클릭하여 마스터 부제목 스타일 편집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바닥글 추가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텍스트 이미지 레이아웃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xmlns="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사진 삽입 또는 끌어서 놓기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lnSpc>
                <a:spcPct val="100000"/>
              </a:lnSpc>
              <a:defRPr sz="44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페이지 제목 편집</a:t>
            </a: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xmlns="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부제목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 smtClean="0"/>
              <a:t>마스터 텍스트 스타일을 편집합니다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텍스트 이미지 레이아웃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xmlns="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사진 삽입 또는 끌어서 놓기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lnSpc>
                <a:spcPct val="100000"/>
              </a:lnSpc>
              <a:defRPr sz="44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페이지 제목 편집</a:t>
            </a:r>
            <a:endParaRPr lang="ko-KR" altLang="en-ZA" noProof="0" dirty="0"/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xmlns="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부제목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 smtClean="0"/>
              <a:t>마스터 텍스트 스타일을 편집합니다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바닥글 추가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클릭하여 페이지 제목 편집</a:t>
            </a:r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xmlns="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부제목</a:t>
            </a:r>
            <a:endParaRPr lang="ko-KR" altLang="en-ZA" noProof="0" dirty="0"/>
          </a:p>
        </p:txBody>
      </p:sp>
      <p:sp>
        <p:nvSpPr>
          <p:cNvPr id="3" name="비교 왼쪽 개체 틀 1">
            <a:extLst>
              <a:ext uri="{FF2B5EF4-FFF2-40B4-BE49-F238E27FC236}">
                <a16:creationId xmlns:a16="http://schemas.microsoft.com/office/drawing/2014/main" xmlns="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smtClean="0"/>
              <a:t>마스터 텍스트 스타일을 편집합니다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xmlns="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smtClean="0"/>
              <a:t>마스터 텍스트 스타일을 편집합니다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12" name="비교 왼쪽 개체 틀 2">
            <a:extLst>
              <a:ext uri="{FF2B5EF4-FFF2-40B4-BE49-F238E27FC236}">
                <a16:creationId xmlns:a16="http://schemas.microsoft.com/office/drawing/2014/main" xmlns="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ko-KR" altLang="en-US" noProof="0" smtClean="0"/>
              <a:t>마스터 텍스트 스타일을 편집합니다</a:t>
            </a:r>
          </a:p>
        </p:txBody>
      </p:sp>
      <p:sp>
        <p:nvSpPr>
          <p:cNvPr id="8" name="텍스트 개체 틀 4">
            <a:extLst>
              <a:ext uri="{FF2B5EF4-FFF2-40B4-BE49-F238E27FC236}">
                <a16:creationId xmlns:a16="http://schemas.microsoft.com/office/drawing/2014/main" xmlns="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스타일을 편집합니다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큰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xmlns="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사진 삽입 또는 끌어서 놓기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dirty="0"/>
              <a:t>캡션 입력</a:t>
            </a:r>
            <a:endParaRPr lang="ko-KR" altLang="en-ZA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xmlns="" id="{7F8E7C83-06D7-4C5B-85B7-0E5713B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감사합니다!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그림 개체 틀 40">
            <a:extLst>
              <a:ext uri="{FF2B5EF4-FFF2-40B4-BE49-F238E27FC236}">
                <a16:creationId xmlns:a16="http://schemas.microsoft.com/office/drawing/2014/main" xmlns="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여기에 사진 삽입 또는 끌어서 놓기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100000"/>
              </a:lnSpc>
              <a:defRPr lang="en-ZA" sz="4400" b="1" spc="-300" dirty="0"/>
            </a:lvl1pPr>
          </a:lstStyle>
          <a:p>
            <a:pPr lvl="0" algn="r" rtl="0"/>
            <a:r>
              <a:rPr lang="ko-KR" altLang="en-US" noProof="0" dirty="0"/>
              <a:t>감사합니다</a:t>
            </a:r>
            <a:r>
              <a:rPr lang="en-US" altLang="ko-KR" noProof="0" dirty="0"/>
              <a:t>!</a:t>
            </a:r>
            <a:endParaRPr lang="ko-KR" altLang="en-ZA" noProof="0" dirty="0"/>
          </a:p>
        </p:txBody>
      </p:sp>
      <p:sp>
        <p:nvSpPr>
          <p:cNvPr id="9" name="텍스트 개체 틀 5">
            <a:extLst>
              <a:ext uri="{FF2B5EF4-FFF2-40B4-BE49-F238E27FC236}">
                <a16:creationId xmlns:a16="http://schemas.microsoft.com/office/drawing/2014/main" xmlns="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5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전체 이름</a:t>
            </a:r>
            <a:endParaRPr lang="ko-KR" altLang="en-ZA" noProof="0" dirty="0"/>
          </a:p>
        </p:txBody>
      </p:sp>
      <p:sp>
        <p:nvSpPr>
          <p:cNvPr id="10" name="텍스트 개체 틀 6">
            <a:extLst>
              <a:ext uri="{FF2B5EF4-FFF2-40B4-BE49-F238E27FC236}">
                <a16:creationId xmlns:a16="http://schemas.microsoft.com/office/drawing/2014/main" xmlns="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5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전화 번호</a:t>
            </a:r>
            <a:endParaRPr lang="ko-KR" altLang="en-ZA" noProof="0" dirty="0"/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xmlns="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5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전자 메일 또는 소셜 미디어 핸들</a:t>
            </a:r>
            <a:endParaRPr lang="ko-KR" altLang="en-ZA" noProof="0" dirty="0"/>
          </a:p>
        </p:txBody>
      </p:sp>
      <p:sp>
        <p:nvSpPr>
          <p:cNvPr id="12" name="텍스트 개체 틀 8">
            <a:extLst>
              <a:ext uri="{FF2B5EF4-FFF2-40B4-BE49-F238E27FC236}">
                <a16:creationId xmlns:a16="http://schemas.microsoft.com/office/drawing/2014/main" xmlns="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5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회사 웹 사이트</a:t>
            </a:r>
            <a:endParaRPr lang="ko-KR" altLang="en-ZA" noProof="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클릭하여 페이지 제목 편집</a:t>
            </a: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xmlns="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부제목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smtClean="0"/>
              <a:t>마스터 텍스트 스타일을 편집합니다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두 개의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클릭하여 페이지 제목 편집</a:t>
            </a: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xmlns="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부제목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smtClean="0"/>
              <a:t>마스터 텍스트 스타일을 편집합니다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xmlns="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스타일을 편집합니다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클릭하여 페이지 제목 편집</a:t>
            </a:r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xmlns="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부제목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smtClean="0"/>
              <a:t>마스터 텍스트 스타일을 편집합니다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스타일을 편집합니다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11" name="텍스트 개체 틀 5">
            <a:extLst>
              <a:ext uri="{FF2B5EF4-FFF2-40B4-BE49-F238E27FC236}">
                <a16:creationId xmlns:a16="http://schemas.microsoft.com/office/drawing/2014/main" xmlns="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스타일을 편집합니다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클릭하여 페이지 제목 편집</a:t>
            </a: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xmlns="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부제목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smtClean="0"/>
              <a:t>마스터 텍스트 스타일을 편집합니다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스타일을 편집합니다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xmlns="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스타일을 편집합니다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15" name="텍스트 개체 틀 6">
            <a:extLst>
              <a:ext uri="{FF2B5EF4-FFF2-40B4-BE49-F238E27FC236}">
                <a16:creationId xmlns:a16="http://schemas.microsoft.com/office/drawing/2014/main" xmlns="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스타일을 편집합니다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17" name="텍스트 개체 틀 7">
            <a:extLst>
              <a:ext uri="{FF2B5EF4-FFF2-40B4-BE49-F238E27FC236}">
                <a16:creationId xmlns:a16="http://schemas.microsoft.com/office/drawing/2014/main" xmlns="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스타일을 편집합니다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클릭하여 페이지 제목 편집</a:t>
            </a: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xmlns="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부제목</a:t>
            </a:r>
            <a:endParaRPr lang="ko-KR" altLang="en-ZA" noProof="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xmlns="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xmlns="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xmlns="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ko-KR" altLang="en-US" noProof="0" dirty="0"/>
              <a:t>클릭하여 페이지 제목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ko-KR" altLang="en-US" noProof="0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4" name="텍스트 상자 3">
            <a:extLst>
              <a:ext uri="{FF2B5EF4-FFF2-40B4-BE49-F238E27FC236}">
                <a16:creationId xmlns:a16="http://schemas.microsoft.com/office/drawing/2014/main" xmlns="" id="{34FDC6F9-37F9-4E25-AECA-D307B8421C73}"/>
              </a:ext>
            </a:extLst>
          </p:cNvPr>
          <p:cNvSpPr txBox="1"/>
          <p:nvPr userDrawn="1"/>
        </p:nvSpPr>
        <p:spPr>
          <a:xfrm>
            <a:off x="10243100" y="6417329"/>
            <a:ext cx="1053900" cy="391183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 rtl="0">
              <a:lnSpc>
                <a:spcPts val="1100"/>
              </a:lnSpc>
            </a:pPr>
            <a:r>
              <a:rPr lang="ko-KR" altLang="en-US" sz="2100" b="1" i="0" spc="-100" noProof="0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미래</a:t>
            </a:r>
            <a:r>
              <a:rPr lang="ko-KR" altLang="en-US" sz="1600" b="1" i="0" spc="-100" noProof="0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spc="-100" baseline="0" noProof="0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ko-KR" altLang="en-US" sz="1600" b="1" i="0" spc="-100" baseline="0" noProof="0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000" b="0" i="0" spc="14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리서치 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연결선(S) 17">
            <a:extLst>
              <a:ext uri="{FF2B5EF4-FFF2-40B4-BE49-F238E27FC236}">
                <a16:creationId xmlns:a16="http://schemas.microsoft.com/office/drawing/2014/main" xmlns="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66700" indent="-2667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542925" indent="-276225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809625" indent="-2667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076325" indent="-2667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343025" indent="-2667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8.jpg"/><Relationship Id="rId5" Type="http://schemas.openxmlformats.org/officeDocument/2006/relationships/diagramLayout" Target="../diagrams/layout1.xml"/><Relationship Id="rId10" Type="http://schemas.openxmlformats.org/officeDocument/2006/relationships/image" Target="../media/image7.jpg"/><Relationship Id="rId4" Type="http://schemas.openxmlformats.org/officeDocument/2006/relationships/diagramData" Target="../diagrams/data1.xml"/><Relationship Id="rId9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jp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jp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4.jp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4" r="12534"/>
          <a:stretch>
            <a:fillRect/>
          </a:stretch>
        </p:blipFill>
        <p:spPr>
          <a:xfrm>
            <a:off x="0" y="0"/>
            <a:ext cx="9780588" cy="6858000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xmlns="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</p:spPr>
        <p:txBody>
          <a:bodyPr rtlCol="0"/>
          <a:lstStyle/>
          <a:p>
            <a:pPr rtl="0"/>
            <a:r>
              <a:rPr lang="en-US" altLang="ko-KR" sz="4800" dirty="0" smtClean="0"/>
              <a:t>AI </a:t>
            </a:r>
            <a:r>
              <a:rPr lang="ko-KR" altLang="en-US" sz="4800" dirty="0" smtClean="0"/>
              <a:t>머신 러닝을 활용한 천체 구별</a:t>
            </a:r>
            <a:endParaRPr lang="ko-KR" altLang="en-US" sz="4800" dirty="0"/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xmlns="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</p:spPr>
        <p:txBody>
          <a:bodyPr rtlCol="0"/>
          <a:lstStyle/>
          <a:p>
            <a:pPr rtl="0"/>
            <a:r>
              <a:rPr lang="ko-KR" altLang="en-US" sz="1400" dirty="0" smtClean="0"/>
              <a:t>일시 기간</a:t>
            </a:r>
            <a:r>
              <a:rPr lang="en-US" altLang="ko-KR" sz="1400" dirty="0" smtClean="0"/>
              <a:t>: 11/28 ~12/6(</a:t>
            </a:r>
            <a:r>
              <a:rPr lang="ko-KR" altLang="en-US" sz="1400" dirty="0" smtClean="0"/>
              <a:t>수요일</a:t>
            </a:r>
            <a:r>
              <a:rPr lang="en-US" altLang="ko-KR" sz="1400" dirty="0" smtClean="0"/>
              <a:t>) </a:t>
            </a:r>
            <a:r>
              <a:rPr lang="ko-KR" altLang="en-US" sz="1400" dirty="0" smtClean="0"/>
              <a:t>제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팀 멤버</a:t>
            </a:r>
            <a:r>
              <a:rPr lang="en-US" altLang="ko-KR" sz="1400" dirty="0" smtClean="0"/>
              <a:t>:</a:t>
            </a:r>
            <a:r>
              <a:rPr lang="ko-KR" altLang="en-US" sz="1400" dirty="0" smtClean="0"/>
              <a:t>김정규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조원근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이지운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서형근 </a:t>
            </a:r>
            <a:endParaRPr lang="ko-KR" altLang="en-US" sz="1400" dirty="0"/>
          </a:p>
        </p:txBody>
      </p:sp>
      <p:sp>
        <p:nvSpPr>
          <p:cNvPr id="51" name="텍스트 상자 50">
            <a:extLst>
              <a:ext uri="{FF2B5EF4-FFF2-40B4-BE49-F238E27FC236}">
                <a16:creationId xmlns:a16="http://schemas.microsoft.com/office/drawing/2014/main" xmlns="" id="{66C1DE0A-7865-466B-B5D7-781C92357026}"/>
              </a:ext>
            </a:extLst>
          </p:cNvPr>
          <p:cNvSpPr txBox="1"/>
          <p:nvPr/>
        </p:nvSpPr>
        <p:spPr>
          <a:xfrm>
            <a:off x="10284923" y="4321224"/>
            <a:ext cx="1402741" cy="368549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ctr" rtl="0">
              <a:lnSpc>
                <a:spcPts val="2000"/>
              </a:lnSpc>
            </a:pPr>
            <a:r>
              <a:rPr lang="ko-KR" altLang="en-US" sz="2400" b="1" i="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b="0" i="0" spc="14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개체 틀 6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94" b="8394"/>
          <a:stretch>
            <a:fillRect/>
          </a:stretch>
        </p:blipFill>
        <p:spPr>
          <a:xfrm>
            <a:off x="6096000" y="0"/>
            <a:ext cx="6096000" cy="6858000"/>
          </a:xfr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1853" y="2539583"/>
            <a:ext cx="5673237" cy="3327989"/>
          </a:xfrm>
        </p:spPr>
        <p:txBody>
          <a:bodyPr rtlCol="0"/>
          <a:lstStyle/>
          <a:p>
            <a:pPr rtl="0"/>
            <a:r>
              <a:rPr lang="en-US" altLang="ko" dirty="0" smtClean="0"/>
              <a:t>1) </a:t>
            </a:r>
            <a:r>
              <a:rPr lang="ko-KR" altLang="en-US" dirty="0" smtClean="0"/>
              <a:t>구상</a:t>
            </a:r>
            <a:endParaRPr lang="en-US" altLang="ko-KR" dirty="0" smtClean="0"/>
          </a:p>
          <a:p>
            <a:pPr rtl="0"/>
            <a:r>
              <a:rPr lang="en-US" altLang="ko" dirty="0" smtClean="0"/>
              <a:t>2) </a:t>
            </a:r>
            <a:r>
              <a:rPr lang="ko-KR" altLang="en-US" dirty="0" smtClean="0"/>
              <a:t>작업흐름도</a:t>
            </a:r>
            <a:endParaRPr lang="en-US" altLang="ko-KR" dirty="0" smtClean="0"/>
          </a:p>
          <a:p>
            <a:pPr rtl="0"/>
            <a:r>
              <a:rPr lang="en-US" altLang="ko" dirty="0" smtClean="0"/>
              <a:t>3) </a:t>
            </a:r>
            <a:r>
              <a:rPr lang="ko-KR" altLang="en-US" dirty="0" smtClean="0"/>
              <a:t>구현</a:t>
            </a:r>
            <a:endParaRPr lang="en-US" altLang="ko-KR" dirty="0" smtClean="0"/>
          </a:p>
          <a:p>
            <a:pPr rtl="0"/>
            <a:r>
              <a:rPr lang="en-US" altLang="ko" dirty="0" smtClean="0"/>
              <a:t>4) </a:t>
            </a:r>
            <a:r>
              <a:rPr lang="ko-KR" altLang="en-US" dirty="0" smtClean="0"/>
              <a:t>문제점</a:t>
            </a:r>
            <a:endParaRPr lang="en-US" altLang="ko-KR" dirty="0" smtClean="0"/>
          </a:p>
          <a:p>
            <a:pPr rtl="0"/>
            <a:r>
              <a:rPr lang="en-US" altLang="ko-KR" dirty="0" smtClean="0"/>
              <a:t>5) </a:t>
            </a:r>
            <a:r>
              <a:rPr lang="ko-KR" altLang="en-US" dirty="0" smtClean="0"/>
              <a:t>한계점 및 어려운 점</a:t>
            </a:r>
            <a:endParaRPr lang="en-US" altLang="ko-KR" dirty="0" smtClean="0"/>
          </a:p>
          <a:p>
            <a:pPr rtl="0"/>
            <a:r>
              <a:rPr lang="en-US" altLang="ko" dirty="0" smtClean="0"/>
              <a:t>5) </a:t>
            </a:r>
            <a:r>
              <a:rPr lang="ko-KR" altLang="en-US" dirty="0" smtClean="0"/>
              <a:t>시연</a:t>
            </a:r>
            <a:endParaRPr lang="ko" dirty="0"/>
          </a:p>
        </p:txBody>
      </p:sp>
      <p:sp>
        <p:nvSpPr>
          <p:cNvPr id="20" name="직사각형 19" descr="강조 블록">
            <a:extLst>
              <a:ext uri="{FF2B5EF4-FFF2-40B4-BE49-F238E27FC236}">
                <a16:creationId xmlns:a16="http://schemas.microsoft.com/office/drawing/2014/main" xmlns="" id="{EFA08948-2B6F-46B1-9D2D-8D7B2B3FBD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ZA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sz="5200" dirty="0" smtClean="0"/>
              <a:t>목차</a:t>
            </a:r>
            <a:endParaRPr lang="en-ZA" sz="52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algn="l" rtl="0"/>
            <a:r>
              <a:rPr lang="ko-KR" altLang="en-US" sz="1700" dirty="0" smtClean="0"/>
              <a:t>접목한 프로젝트 기본구조</a:t>
            </a:r>
            <a:endParaRPr lang="en-US" altLang="ko-KR" sz="1700" dirty="0" smtClean="0"/>
          </a:p>
          <a:p>
            <a:pPr algn="l" rtl="0"/>
            <a:r>
              <a:rPr lang="en-US" altLang="ko" sz="1700" dirty="0" err="1" smtClean="0"/>
              <a:t>Bigdata</a:t>
            </a:r>
            <a:r>
              <a:rPr lang="en-US" altLang="ko" sz="1700" dirty="0" smtClean="0"/>
              <a:t>, </a:t>
            </a:r>
            <a:r>
              <a:rPr lang="en-US" altLang="ko" sz="1700" dirty="0" err="1" smtClean="0"/>
              <a:t>MachinLearning</a:t>
            </a:r>
            <a:r>
              <a:rPr lang="ko" sz="1700" dirty="0" smtClean="0"/>
              <a:t>.</a:t>
            </a:r>
            <a:endParaRPr lang="ko" sz="1700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smtClean="0"/>
              <a:pPr/>
              <a:t>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5" b="1115"/>
          <a:stretch>
            <a:fillRect/>
          </a:stretch>
        </p:blipFill>
        <p:spPr>
          <a:xfrm>
            <a:off x="0" y="-54650"/>
            <a:ext cx="12192000" cy="6912649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xmlns="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>
              <a:lnSpc>
                <a:spcPct val="100000"/>
              </a:lnSpc>
            </a:pPr>
            <a:r>
              <a:rPr lang="ko-KR" altLang="en-US" sz="5200" dirty="0" smtClean="0"/>
              <a:t>구상</a:t>
            </a:r>
            <a:endParaRPr lang="ko-KR" altLang="en-US" sz="5200" dirty="0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xmlns="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ko-KR" altLang="en-US" sz="1700" dirty="0" smtClean="0"/>
              <a:t>은하 </a:t>
            </a:r>
            <a:r>
              <a:rPr lang="en-US" altLang="ko-KR" sz="1700" dirty="0" smtClean="0"/>
              <a:t>3</a:t>
            </a:r>
            <a:r>
              <a:rPr lang="ko-KR" altLang="en-US" sz="1700" dirty="0" smtClean="0"/>
              <a:t>종류 판별하는 모델 </a:t>
            </a:r>
            <a:endParaRPr lang="ko-KR" altLang="en-US" sz="17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 rtl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5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 smtClean="0">
                <a:solidFill>
                  <a:schemeClr val="bg1"/>
                </a:solidFill>
              </a:rPr>
              <a:t>구상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직사각형 11" descr="왼쪽 강조 블록">
            <a:extLst>
              <a:ext uri="{FF2B5EF4-FFF2-40B4-BE49-F238E27FC236}">
                <a16:creationId xmlns:a16="http://schemas.microsoft.com/office/drawing/2014/main" xmlns="" id="{7F65E93D-09FF-42EE-B9DD-75063896668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31999" y="920305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6666" y="1227744"/>
            <a:ext cx="10792009" cy="426934"/>
          </a:xfrm>
        </p:spPr>
        <p:txBody>
          <a:bodyPr rtlCol="0"/>
          <a:lstStyle/>
          <a:p>
            <a:pPr rtl="0"/>
            <a:r>
              <a:rPr lang="en-US" altLang="ko-KR" dirty="0" smtClean="0">
                <a:solidFill>
                  <a:schemeClr val="bg1"/>
                </a:solidFill>
              </a:rPr>
              <a:t>The structure of Hyper-parameter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xmlns="" id="{CEEB3BAE-C0B2-447C-B8BE-96C6BD84D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6666" y="1914022"/>
            <a:ext cx="10792010" cy="4145134"/>
          </a:xfrm>
        </p:spPr>
        <p:txBody>
          <a:bodyPr rtlCol="0"/>
          <a:lstStyle/>
          <a:p>
            <a:pPr marL="0" indent="0" algn="r" rtl="0">
              <a:buNone/>
            </a:pPr>
            <a:endParaRPr lang="en-US" altLang="ko-KR" dirty="0" smtClean="0">
              <a:solidFill>
                <a:schemeClr val="bg1"/>
              </a:solidFill>
            </a:endParaRPr>
          </a:p>
          <a:p>
            <a:pPr marL="0" indent="0" algn="r" rtl="0">
              <a:buNone/>
            </a:pPr>
            <a:endParaRPr lang="en-US" altLang="ko-KR" dirty="0">
              <a:solidFill>
                <a:schemeClr val="bg1"/>
              </a:solidFill>
            </a:endParaRPr>
          </a:p>
          <a:p>
            <a:pPr marL="0" indent="0" algn="r" rtl="0">
              <a:buNone/>
            </a:pPr>
            <a:endParaRPr lang="en-US" altLang="ko-KR" dirty="0" smtClean="0">
              <a:solidFill>
                <a:schemeClr val="bg1"/>
              </a:solidFill>
            </a:endParaRPr>
          </a:p>
          <a:p>
            <a:pPr marL="0" indent="0" algn="r" rtl="0">
              <a:buNone/>
            </a:pPr>
            <a:endParaRPr lang="en-US" altLang="ko-KR" dirty="0">
              <a:solidFill>
                <a:schemeClr val="bg1"/>
              </a:solidFill>
            </a:endParaRPr>
          </a:p>
          <a:p>
            <a:pPr marL="0" indent="0" algn="r" rtl="0">
              <a:buNone/>
            </a:pPr>
            <a:r>
              <a:rPr lang="ko-KR" altLang="en-US" dirty="0" err="1" smtClean="0">
                <a:solidFill>
                  <a:srgbClr val="FF0000"/>
                </a:solidFill>
              </a:rPr>
              <a:t>유닛수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3</a:t>
            </a:r>
            <a:r>
              <a:rPr lang="ko-KR" altLang="en-US" dirty="0" err="1" smtClean="0">
                <a:solidFill>
                  <a:srgbClr val="FF0000"/>
                </a:solidFill>
              </a:rPr>
              <a:t>개</a:t>
            </a:r>
            <a:r>
              <a:rPr lang="ko-KR" altLang="en-US" dirty="0" err="1" smtClean="0">
                <a:solidFill>
                  <a:schemeClr val="bg1"/>
                </a:solidFill>
              </a:rPr>
              <a:t>이상으로</a:t>
            </a:r>
            <a:r>
              <a:rPr lang="ko-KR" altLang="en-US" dirty="0" smtClean="0">
                <a:solidFill>
                  <a:schemeClr val="bg1"/>
                </a:solidFill>
              </a:rPr>
              <a:t> </a:t>
            </a:r>
            <a:endParaRPr lang="en-US" altLang="ko-KR" dirty="0" smtClean="0">
              <a:solidFill>
                <a:schemeClr val="bg1"/>
              </a:solidFill>
            </a:endParaRPr>
          </a:p>
          <a:p>
            <a:pPr marL="0" indent="0" algn="r" rtl="0">
              <a:buNone/>
            </a:pPr>
            <a:r>
              <a:rPr lang="ko-KR" altLang="en-US" dirty="0" smtClean="0">
                <a:solidFill>
                  <a:srgbClr val="FF0000"/>
                </a:solidFill>
              </a:rPr>
              <a:t>다중분류</a:t>
            </a:r>
            <a:r>
              <a:rPr lang="en-US" altLang="ko-KR" dirty="0" smtClean="0">
                <a:solidFill>
                  <a:srgbClr val="FF0000"/>
                </a:solidFill>
              </a:rPr>
              <a:t>(categorical)</a:t>
            </a:r>
            <a:r>
              <a:rPr lang="ko-KR" altLang="en-US" dirty="0">
                <a:solidFill>
                  <a:schemeClr val="bg1"/>
                </a:solidFill>
              </a:rPr>
              <a:t>를</a:t>
            </a:r>
            <a:r>
              <a:rPr lang="ko-KR" altLang="en-US" dirty="0" smtClean="0">
                <a:solidFill>
                  <a:schemeClr val="bg1"/>
                </a:solidFill>
              </a:rPr>
              <a:t> 사용</a:t>
            </a:r>
            <a:endParaRPr lang="en-US" altLang="ko-KR" dirty="0" smtClean="0">
              <a:solidFill>
                <a:schemeClr val="bg1"/>
              </a:solidFill>
            </a:endParaRPr>
          </a:p>
          <a:p>
            <a:pPr marL="0" indent="0" algn="r" rtl="0">
              <a:buNone/>
            </a:pPr>
            <a:endParaRPr lang="en-US" altLang="ko-KR" dirty="0">
              <a:solidFill>
                <a:schemeClr val="bg1"/>
              </a:solidFill>
            </a:endParaRPr>
          </a:p>
          <a:p>
            <a:pPr marL="0" indent="0" algn="r" rtl="0">
              <a:buNone/>
            </a:pPr>
            <a:r>
              <a:rPr lang="en-US" altLang="ko-KR" dirty="0" smtClean="0">
                <a:solidFill>
                  <a:schemeClr val="bg1"/>
                </a:solidFill>
              </a:rPr>
              <a:t>Dense, CSV</a:t>
            </a:r>
            <a:r>
              <a:rPr lang="ko-KR" altLang="en-US" dirty="0" smtClean="0">
                <a:solidFill>
                  <a:schemeClr val="bg1"/>
                </a:solidFill>
              </a:rPr>
              <a:t>등의 </a:t>
            </a:r>
            <a:endParaRPr lang="en-US" altLang="ko-KR" dirty="0" smtClean="0">
              <a:solidFill>
                <a:schemeClr val="bg1"/>
              </a:solidFill>
            </a:endParaRPr>
          </a:p>
          <a:p>
            <a:pPr marL="0" indent="0" algn="r" rtl="0">
              <a:buNone/>
            </a:pPr>
            <a:r>
              <a:rPr lang="ko-KR" altLang="en-US" dirty="0" err="1" smtClean="0">
                <a:solidFill>
                  <a:srgbClr val="FF0000"/>
                </a:solidFill>
              </a:rPr>
              <a:t>하이퍼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ko-KR" altLang="en-US" dirty="0" err="1" smtClean="0">
                <a:solidFill>
                  <a:srgbClr val="FF0000"/>
                </a:solidFill>
              </a:rPr>
              <a:t>파리미터</a:t>
            </a:r>
            <a:r>
              <a:rPr lang="ko-KR" altLang="en-US" dirty="0" err="1" smtClean="0">
                <a:solidFill>
                  <a:schemeClr val="bg1"/>
                </a:solidFill>
              </a:rPr>
              <a:t>를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</a:rPr>
              <a:t>사용하여</a:t>
            </a:r>
            <a:endParaRPr lang="en-US" altLang="ko-KR" dirty="0">
              <a:solidFill>
                <a:schemeClr val="bg1"/>
              </a:solidFill>
            </a:endParaRPr>
          </a:p>
          <a:p>
            <a:pPr marL="0" indent="0" algn="r" rtl="0">
              <a:buNone/>
            </a:pPr>
            <a:r>
              <a:rPr lang="ko-KR" altLang="en-US" dirty="0" smtClean="0">
                <a:solidFill>
                  <a:schemeClr val="bg1"/>
                </a:solidFill>
              </a:rPr>
              <a:t>정확성을 높이기 위해 조절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1" name="직선 연결선(S) 10" descr="슬라이드 구분선">
            <a:extLst>
              <a:ext uri="{FF2B5EF4-FFF2-40B4-BE49-F238E27FC236}">
                <a16:creationId xmlns:a16="http://schemas.microsoft.com/office/drawing/2014/main" xmlns="" id="{5A563457-1EC8-4978-BCCB-AFD88C9ED0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xmlns="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 rtl="0"/>
              <a:t>4</a:t>
            </a:fld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rcRect l="14899" t="25480" r="15021" b="8058"/>
          <a:stretch/>
        </p:blipFill>
        <p:spPr>
          <a:xfrm>
            <a:off x="456666" y="1951384"/>
            <a:ext cx="7717516" cy="41920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21798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" y="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 smtClean="0">
                <a:solidFill>
                  <a:schemeClr val="bg1"/>
                </a:solidFill>
              </a:rPr>
              <a:t>구상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직사각형 11" descr="왼쪽 강조 블록">
            <a:extLst>
              <a:ext uri="{FF2B5EF4-FFF2-40B4-BE49-F238E27FC236}">
                <a16:creationId xmlns:a16="http://schemas.microsoft.com/office/drawing/2014/main" xmlns="" id="{7F65E93D-09FF-42EE-B9DD-75063896668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31999" y="920305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6666" y="1227744"/>
            <a:ext cx="10792009" cy="426934"/>
          </a:xfrm>
        </p:spPr>
        <p:txBody>
          <a:bodyPr rtlCol="0"/>
          <a:lstStyle/>
          <a:p>
            <a:pPr rtl="0"/>
            <a:r>
              <a:rPr lang="en-US" altLang="ko-KR" dirty="0" smtClean="0">
                <a:solidFill>
                  <a:schemeClr val="bg1"/>
                </a:solidFill>
              </a:rPr>
              <a:t>3</a:t>
            </a:r>
            <a:r>
              <a:rPr lang="ko-KR" altLang="en-US" dirty="0" smtClean="0">
                <a:solidFill>
                  <a:schemeClr val="bg1"/>
                </a:solidFill>
              </a:rPr>
              <a:t>종류의 은하 판별 모델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10" name="내용 개체 틀 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81747541"/>
              </p:ext>
            </p:extLst>
          </p:nvPr>
        </p:nvGraphicFramePr>
        <p:xfrm>
          <a:off x="456850" y="1654678"/>
          <a:ext cx="11267541" cy="4144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11" name="직선 연결선(S) 10" descr="슬라이드 구분선">
            <a:extLst>
              <a:ext uri="{FF2B5EF4-FFF2-40B4-BE49-F238E27FC236}">
                <a16:creationId xmlns:a16="http://schemas.microsoft.com/office/drawing/2014/main" xmlns="" id="{5A563457-1EC8-4978-BCCB-AFD88C9ED0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xmlns="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 rtl="0"/>
              <a:t>5</a:t>
            </a:fld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17" y="2363035"/>
            <a:ext cx="3238500" cy="207491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56"/>
          <a:stretch/>
        </p:blipFill>
        <p:spPr>
          <a:xfrm>
            <a:off x="4493683" y="2363034"/>
            <a:ext cx="3166533" cy="2074915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109" y="2363033"/>
            <a:ext cx="3151715" cy="207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50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5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 smtClean="0">
                <a:solidFill>
                  <a:schemeClr val="bg1"/>
                </a:solidFill>
              </a:rPr>
              <a:t>구상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직사각형 11" descr="왼쪽 강조 블록">
            <a:extLst>
              <a:ext uri="{FF2B5EF4-FFF2-40B4-BE49-F238E27FC236}">
                <a16:creationId xmlns:a16="http://schemas.microsoft.com/office/drawing/2014/main" xmlns="" id="{7F65E93D-09FF-42EE-B9DD-75063896668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31999" y="920305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6666" y="1227744"/>
            <a:ext cx="10792009" cy="426934"/>
          </a:xfrm>
        </p:spPr>
        <p:txBody>
          <a:bodyPr rtlCol="0"/>
          <a:lstStyle/>
          <a:p>
            <a:pPr rtl="0"/>
            <a:r>
              <a:rPr lang="en-US" altLang="ko-KR" dirty="0" smtClean="0">
                <a:solidFill>
                  <a:schemeClr val="bg1"/>
                </a:solidFill>
              </a:rPr>
              <a:t>3</a:t>
            </a:r>
            <a:r>
              <a:rPr lang="ko-KR" altLang="en-US" dirty="0" smtClean="0">
                <a:solidFill>
                  <a:schemeClr val="bg1"/>
                </a:solidFill>
              </a:rPr>
              <a:t>종류의 은하 판별 모델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10" name="내용 개체 틀 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21216191"/>
              </p:ext>
            </p:extLst>
          </p:nvPr>
        </p:nvGraphicFramePr>
        <p:xfrm>
          <a:off x="457200" y="1704979"/>
          <a:ext cx="10791825" cy="4354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11" name="직선 연결선(S) 10" descr="슬라이드 구분선">
            <a:extLst>
              <a:ext uri="{FF2B5EF4-FFF2-40B4-BE49-F238E27FC236}">
                <a16:creationId xmlns:a16="http://schemas.microsoft.com/office/drawing/2014/main" xmlns="" id="{5A563457-1EC8-4978-BCCB-AFD88C9ED0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xmlns="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 rtl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5600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개체 틀 6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80" r="20080"/>
          <a:stretch>
            <a:fillRect/>
          </a:stretch>
        </p:blipFill>
        <p:spPr>
          <a:xfrm>
            <a:off x="6288000" y="0"/>
            <a:ext cx="6096000" cy="6858000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63691"/>
            <a:ext cx="6641900" cy="1124345"/>
          </a:xfrm>
        </p:spPr>
        <p:txBody>
          <a:bodyPr rtlCol="0"/>
          <a:lstStyle/>
          <a:p>
            <a:pPr algn="ctr" rtl="0"/>
            <a:r>
              <a:rPr lang="ko-KR" altLang="en-US" sz="5200" dirty="0" smtClean="0"/>
              <a:t>작업 흐름도</a:t>
            </a:r>
            <a:endParaRPr lang="ko-KR" altLang="en-US" sz="52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0" y="3088036"/>
            <a:ext cx="6641626" cy="590155"/>
          </a:xfrm>
        </p:spPr>
        <p:txBody>
          <a:bodyPr rtlCol="0"/>
          <a:lstStyle/>
          <a:p>
            <a:pPr rtl="0"/>
            <a:r>
              <a:rPr lang="en-US" altLang="ko-KR" sz="1700" dirty="0" err="1" smtClean="0"/>
              <a:t>BigData</a:t>
            </a:r>
            <a:r>
              <a:rPr lang="en-US" altLang="ko-KR" sz="1700" dirty="0" smtClean="0"/>
              <a:t>, </a:t>
            </a:r>
            <a:r>
              <a:rPr lang="en-US" altLang="ko-KR" sz="1700" dirty="0" err="1" smtClean="0"/>
              <a:t>MachineLearning</a:t>
            </a:r>
            <a:r>
              <a:rPr lang="en-US" altLang="ko-KR" sz="1700" dirty="0" smtClean="0"/>
              <a:t>, </a:t>
            </a:r>
            <a:r>
              <a:rPr lang="en-US" altLang="ko-KR" sz="1700" dirty="0" err="1" smtClean="0"/>
              <a:t>Colab</a:t>
            </a:r>
            <a:r>
              <a:rPr lang="en-US" altLang="ko-KR" sz="1700" dirty="0" smtClean="0"/>
              <a:t>,</a:t>
            </a:r>
            <a:endParaRPr lang="en-US" altLang="ko-KR" sz="17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505" y="3863177"/>
            <a:ext cx="5472000" cy="2428351"/>
          </a:xfrm>
        </p:spPr>
        <p:txBody>
          <a:bodyPr rtlCol="0"/>
          <a:lstStyle/>
          <a:p>
            <a:pPr marL="342900" indent="-342900">
              <a:buAutoNum type="arabicPeriod"/>
            </a:pPr>
            <a:r>
              <a:rPr lang="ko-KR" altLang="en-US" dirty="0" smtClean="0"/>
              <a:t>필요한 데이터를 </a:t>
            </a:r>
            <a:r>
              <a:rPr lang="ko-KR" altLang="en-US" dirty="0" err="1" smtClean="0"/>
              <a:t>다운로드하거나</a:t>
            </a:r>
            <a:r>
              <a:rPr lang="ko-KR" altLang="en-US" dirty="0" smtClean="0"/>
              <a:t> 준비단계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=&gt; </a:t>
            </a:r>
            <a:r>
              <a:rPr lang="ko-KR" altLang="en-US" dirty="0" smtClean="0"/>
              <a:t>은하 종류 판별</a:t>
            </a:r>
            <a:r>
              <a:rPr lang="en-US" altLang="ko-KR" dirty="0" smtClean="0"/>
              <a:t>(</a:t>
            </a:r>
            <a:r>
              <a:rPr lang="ko-KR" altLang="en-US" dirty="0" smtClean="0"/>
              <a:t>은하 </a:t>
            </a:r>
            <a:r>
              <a:rPr lang="en-US" altLang="ko-KR" dirty="0" smtClean="0"/>
              <a:t>Dataset</a:t>
            </a:r>
            <a:r>
              <a:rPr lang="ko-KR" altLang="en-US" dirty="0" smtClean="0"/>
              <a:t>에서 가져옴</a:t>
            </a:r>
            <a:r>
              <a:rPr lang="en-US" altLang="ko-KR" dirty="0" smtClean="0"/>
              <a:t>)</a:t>
            </a:r>
          </a:p>
          <a:p>
            <a:pPr marL="342900" indent="-342900">
              <a:buAutoNum type="arabicPeriod" startAt="2"/>
            </a:pPr>
            <a:r>
              <a:rPr lang="ko-KR" altLang="en-US" dirty="0" err="1" smtClean="0"/>
              <a:t>웹크롤러를</a:t>
            </a:r>
            <a:r>
              <a:rPr lang="ko-KR" altLang="en-US" dirty="0" smtClean="0"/>
              <a:t> 사용하여</a:t>
            </a:r>
            <a:r>
              <a:rPr lang="en-US" altLang="ko-KR" dirty="0" smtClean="0"/>
              <a:t>, test</a:t>
            </a:r>
            <a:r>
              <a:rPr lang="ko-KR" altLang="en-US" dirty="0" smtClean="0"/>
              <a:t>용 이미지 준비</a:t>
            </a:r>
            <a:endParaRPr lang="en-US" altLang="ko-KR" dirty="0" smtClean="0"/>
          </a:p>
          <a:p>
            <a:pPr marL="342900" indent="-342900">
              <a:buAutoNum type="arabicPeriod" startAt="2"/>
            </a:pPr>
            <a:r>
              <a:rPr lang="en-US" altLang="ko-KR" dirty="0" smtClean="0"/>
              <a:t>90%</a:t>
            </a:r>
            <a:r>
              <a:rPr lang="ko-KR" altLang="en-US" dirty="0" smtClean="0"/>
              <a:t>를 목표로 </a:t>
            </a:r>
            <a:r>
              <a:rPr lang="ko-KR" altLang="en-US" dirty="0" err="1" smtClean="0"/>
              <a:t>머신러닝</a:t>
            </a:r>
            <a:r>
              <a:rPr lang="ko-KR" altLang="en-US" dirty="0" smtClean="0"/>
              <a:t> 돌리기</a:t>
            </a:r>
            <a:r>
              <a:rPr lang="en-US" altLang="ko-KR" dirty="0" smtClean="0"/>
              <a:t>(</a:t>
            </a:r>
            <a:r>
              <a:rPr lang="ko-KR" altLang="en-US" dirty="0" smtClean="0"/>
              <a:t>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용량이 커서</a:t>
            </a:r>
            <a:r>
              <a:rPr lang="en-US" altLang="ko-KR" dirty="0" smtClean="0"/>
              <a:t>10</a:t>
            </a:r>
            <a:r>
              <a:rPr lang="ko-KR" altLang="en-US" dirty="0" smtClean="0"/>
              <a:t>개로 </a:t>
            </a:r>
            <a:r>
              <a:rPr lang="ko-KR" altLang="en-US" dirty="0" err="1" smtClean="0"/>
              <a:t>소분량시켜서</a:t>
            </a:r>
            <a:r>
              <a:rPr lang="ko-KR" altLang="en-US" dirty="0" smtClean="0"/>
              <a:t> 돌림</a:t>
            </a:r>
            <a:r>
              <a:rPr lang="en-US" altLang="ko-KR" dirty="0" smtClean="0"/>
              <a:t>)</a:t>
            </a:r>
          </a:p>
          <a:p>
            <a:pPr marL="342900" indent="-342900">
              <a:buAutoNum type="arabicPeriod" startAt="2"/>
            </a:pPr>
            <a:endParaRPr lang="en-US" altLang="ko-KR" dirty="0" smtClean="0"/>
          </a:p>
          <a:p>
            <a:pPr marL="342900" indent="-342900">
              <a:buAutoNum type="arabicPeriod" startAt="2"/>
            </a:pPr>
            <a:endParaRPr lang="en-US" altLang="ko-KR" dirty="0" smtClean="0"/>
          </a:p>
          <a:p>
            <a:pPr marL="342900" indent="-342900">
              <a:buAutoNum type="arabicPeriod" startAt="2"/>
            </a:pPr>
            <a:endParaRPr lang="en-US" altLang="ko-KR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 rtl="0"/>
              <a:t>7</a:t>
            </a:fld>
            <a:endParaRPr lang="ko-KR" altLang="en-ZA" dirty="0"/>
          </a:p>
        </p:txBody>
      </p:sp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484" y="-478234"/>
            <a:ext cx="12292483" cy="73415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 smtClean="0">
                <a:solidFill>
                  <a:schemeClr val="bg1"/>
                </a:solidFill>
              </a:rPr>
              <a:t>작업 흐름도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직사각형 11" descr="왼쪽 강조 블록">
            <a:extLst>
              <a:ext uri="{FF2B5EF4-FFF2-40B4-BE49-F238E27FC236}">
                <a16:creationId xmlns:a16="http://schemas.microsoft.com/office/drawing/2014/main" xmlns="" id="{7F65E93D-09FF-42EE-B9DD-75063896668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31999" y="920305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6666" y="1227744"/>
            <a:ext cx="10792009" cy="426934"/>
          </a:xfrm>
        </p:spPr>
        <p:txBody>
          <a:bodyPr rtlCol="0"/>
          <a:lstStyle/>
          <a:p>
            <a:pPr rtl="0"/>
            <a:r>
              <a:rPr lang="ko-KR" altLang="en-US" dirty="0" smtClean="0">
                <a:solidFill>
                  <a:schemeClr val="bg1"/>
                </a:solidFill>
              </a:rPr>
              <a:t>은하 </a:t>
            </a:r>
            <a:r>
              <a:rPr lang="en-US" altLang="ko-KR" dirty="0" smtClean="0">
                <a:solidFill>
                  <a:schemeClr val="bg1"/>
                </a:solidFill>
              </a:rPr>
              <a:t>3</a:t>
            </a:r>
            <a:r>
              <a:rPr lang="ko-KR" altLang="en-US" dirty="0" smtClean="0">
                <a:solidFill>
                  <a:schemeClr val="bg1"/>
                </a:solidFill>
              </a:rPr>
              <a:t>종류를 판별하는 모델 구상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3" name="내용 개체 틀 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92597081"/>
              </p:ext>
            </p:extLst>
          </p:nvPr>
        </p:nvGraphicFramePr>
        <p:xfrm>
          <a:off x="457200" y="1914525"/>
          <a:ext cx="10791825" cy="4144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11" name="직선 연결선(S) 10" descr="슬라이드 구분선">
            <a:extLst>
              <a:ext uri="{FF2B5EF4-FFF2-40B4-BE49-F238E27FC236}">
                <a16:creationId xmlns:a16="http://schemas.microsoft.com/office/drawing/2014/main" xmlns="" id="{5A563457-1EC8-4978-BCCB-AFD88C9ED0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/>
        </p:nvCxnSpPr>
        <p:spPr>
          <a:xfrm>
            <a:off x="6057499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xmlns="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 rtl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7366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42" b="1924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xmlns="" id="{200B3D2B-613A-41BE-987D-E6A1324B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00" y="2156226"/>
            <a:ext cx="4903599" cy="1958400"/>
          </a:xfrm>
        </p:spPr>
        <p:txBody>
          <a:bodyPr rtlCol="0"/>
          <a:lstStyle/>
          <a:p>
            <a:pPr rtl="0">
              <a:spcBef>
                <a:spcPts val="0"/>
              </a:spcBef>
            </a:pPr>
            <a:r>
              <a:rPr lang="ko-KR" altLang="en-US" sz="5200" dirty="0" smtClean="0"/>
              <a:t>구현</a:t>
            </a:r>
            <a:endParaRPr lang="en-US" altLang="ko-KR" sz="5200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xmlns="" id="{2972F17A-D965-40B9-8ABB-C634072DB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4110760"/>
            <a:ext cx="4902200" cy="1100565"/>
          </a:xfrm>
        </p:spPr>
        <p:txBody>
          <a:bodyPr rtlCol="0"/>
          <a:lstStyle/>
          <a:p>
            <a:pPr rtl="0"/>
            <a:r>
              <a:rPr lang="en-US" altLang="ko-KR" sz="1700" dirty="0" err="1" smtClean="0"/>
              <a:t>Webcrawling</a:t>
            </a:r>
            <a:r>
              <a:rPr lang="en-US" altLang="ko-KR" sz="1700" dirty="0" smtClean="0"/>
              <a:t>(</a:t>
            </a:r>
            <a:r>
              <a:rPr lang="en-US" altLang="ko-KR" sz="1700" dirty="0" err="1" smtClean="0"/>
              <a:t>carwler</a:t>
            </a:r>
            <a:r>
              <a:rPr lang="en-US" altLang="ko-KR" sz="1700" dirty="0" smtClean="0"/>
              <a:t>), </a:t>
            </a:r>
            <a:r>
              <a:rPr lang="en-US" altLang="ko-KR" sz="1700" dirty="0" err="1" smtClean="0"/>
              <a:t>ImageGenerator</a:t>
            </a:r>
            <a:r>
              <a:rPr lang="en-US" altLang="ko-KR" sz="1700" dirty="0" smtClean="0"/>
              <a:t>, Hyper parameter tuning</a:t>
            </a:r>
            <a:endParaRPr lang="en-US" altLang="ko-KR" sz="17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 rtl="0"/>
              <a:t>9</a:t>
            </a:fld>
            <a:endParaRPr lang="ko-KR" altLang="en-ZA" dirty="0"/>
          </a:p>
        </p:txBody>
      </p:sp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5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 smtClean="0">
                <a:solidFill>
                  <a:schemeClr val="bg1"/>
                </a:solidFill>
              </a:rPr>
              <a:t>구현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직사각형 11" descr="왼쪽 강조 블록">
            <a:extLst>
              <a:ext uri="{FF2B5EF4-FFF2-40B4-BE49-F238E27FC236}">
                <a16:creationId xmlns:a16="http://schemas.microsoft.com/office/drawing/2014/main" xmlns="" id="{7F65E93D-09FF-42EE-B9DD-75063896668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31999" y="920305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6666" y="1227744"/>
            <a:ext cx="10792009" cy="426934"/>
          </a:xfrm>
        </p:spPr>
        <p:txBody>
          <a:bodyPr rtlCol="0"/>
          <a:lstStyle/>
          <a:p>
            <a:pPr rtl="0"/>
            <a:r>
              <a:rPr lang="ko-KR" altLang="en-US" dirty="0" smtClean="0">
                <a:solidFill>
                  <a:schemeClr val="bg1"/>
                </a:solidFill>
              </a:rPr>
              <a:t>성능과 기능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1" name="직선 연결선(S) 10" descr="슬라이드 구분선">
            <a:extLst>
              <a:ext uri="{FF2B5EF4-FFF2-40B4-BE49-F238E27FC236}">
                <a16:creationId xmlns:a16="http://schemas.microsoft.com/office/drawing/2014/main" xmlns="" id="{5A563457-1EC8-4978-BCCB-AFD88C9ED0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xmlns="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 rtl="0"/>
              <a:t>10</a:t>
            </a:fld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93301529"/>
              </p:ext>
            </p:extLst>
          </p:nvPr>
        </p:nvGraphicFramePr>
        <p:xfrm>
          <a:off x="431800" y="1654175"/>
          <a:ext cx="11260138" cy="4537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68249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 smtClean="0">
                <a:solidFill>
                  <a:schemeClr val="bg1"/>
                </a:solidFill>
              </a:rPr>
              <a:t>구현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altLang="ko-KR" dirty="0" smtClean="0">
                <a:solidFill>
                  <a:schemeClr val="bg1"/>
                </a:solidFill>
              </a:rPr>
              <a:t>Galaxy </a:t>
            </a:r>
            <a:r>
              <a:rPr lang="ko-KR" altLang="en-US" smtClean="0">
                <a:solidFill>
                  <a:schemeClr val="bg1"/>
                </a:solidFill>
              </a:rPr>
              <a:t>모델 결과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</a:rPr>
              <a:t>[</a:t>
            </a:r>
            <a:r>
              <a:rPr lang="ko-KR" altLang="en-US" dirty="0">
                <a:solidFill>
                  <a:schemeClr val="bg1"/>
                </a:solidFill>
              </a:rPr>
              <a:t>서형근</a:t>
            </a:r>
            <a:r>
              <a:rPr lang="en-US" altLang="ko-KR" dirty="0" smtClean="0">
                <a:solidFill>
                  <a:schemeClr val="bg1"/>
                </a:solidFill>
              </a:rPr>
              <a:t>]              </a:t>
            </a:r>
            <a:endParaRPr lang="en-US" altLang="ko-K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</a:rPr>
              <a:t>손실 </a:t>
            </a:r>
            <a:r>
              <a:rPr lang="en-US" altLang="ko-KR" dirty="0">
                <a:solidFill>
                  <a:schemeClr val="bg1"/>
                </a:solidFill>
              </a:rPr>
              <a:t>: 3.20</a:t>
            </a:r>
          </a:p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</a:rPr>
              <a:t>정확도 </a:t>
            </a:r>
            <a:r>
              <a:rPr lang="en-US" altLang="ko-KR" dirty="0">
                <a:solidFill>
                  <a:schemeClr val="bg1"/>
                </a:solidFill>
              </a:rPr>
              <a:t>: 44.37%</a:t>
            </a:r>
          </a:p>
          <a:p>
            <a:pPr marL="0" indent="0">
              <a:buNone/>
            </a:pPr>
            <a:endParaRPr lang="en-US" altLang="ko-K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</a:rPr>
              <a:t>[</a:t>
            </a:r>
            <a:r>
              <a:rPr lang="ko-KR" altLang="en-US" dirty="0">
                <a:solidFill>
                  <a:schemeClr val="bg1"/>
                </a:solidFill>
              </a:rPr>
              <a:t>조원근</a:t>
            </a:r>
            <a:r>
              <a:rPr lang="en-US" altLang="ko-KR" dirty="0">
                <a:solidFill>
                  <a:schemeClr val="bg1"/>
                </a:solidFill>
              </a:rPr>
              <a:t>]</a:t>
            </a:r>
          </a:p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</a:rPr>
              <a:t>손실</a:t>
            </a:r>
            <a:r>
              <a:rPr lang="en-US" altLang="ko-KR" dirty="0">
                <a:solidFill>
                  <a:schemeClr val="bg1"/>
                </a:solidFill>
              </a:rPr>
              <a:t>: </a:t>
            </a:r>
            <a:r>
              <a:rPr lang="en-US" altLang="ko-KR" dirty="0" smtClean="0">
                <a:solidFill>
                  <a:schemeClr val="bg1"/>
                </a:solidFill>
              </a:rPr>
              <a:t>1.33</a:t>
            </a:r>
            <a:endParaRPr lang="en-US" altLang="ko-K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</a:rPr>
              <a:t>정확도</a:t>
            </a:r>
            <a:r>
              <a:rPr lang="en-US" altLang="ko-KR" dirty="0">
                <a:solidFill>
                  <a:schemeClr val="bg1"/>
                </a:solidFill>
              </a:rPr>
              <a:t>: </a:t>
            </a:r>
            <a:r>
              <a:rPr lang="en-US" altLang="ko-KR" dirty="0" smtClean="0">
                <a:solidFill>
                  <a:schemeClr val="bg1"/>
                </a:solidFill>
              </a:rPr>
              <a:t>52.10%</a:t>
            </a:r>
            <a:endParaRPr lang="en-US" altLang="ko-KR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</a:rPr>
              <a:t>[</a:t>
            </a:r>
            <a:r>
              <a:rPr lang="ko-KR" altLang="en-US" dirty="0">
                <a:solidFill>
                  <a:schemeClr val="bg1"/>
                </a:solidFill>
              </a:rPr>
              <a:t>김정규</a:t>
            </a:r>
            <a:r>
              <a:rPr lang="en-US" altLang="ko-KR" dirty="0">
                <a:solidFill>
                  <a:schemeClr val="bg1"/>
                </a:solidFill>
              </a:rPr>
              <a:t>]</a:t>
            </a:r>
          </a:p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</a:rPr>
              <a:t>손실</a:t>
            </a:r>
            <a:r>
              <a:rPr lang="en-US" altLang="ko-KR" dirty="0">
                <a:solidFill>
                  <a:schemeClr val="bg1"/>
                </a:solidFill>
              </a:rPr>
              <a:t>: 1.68</a:t>
            </a:r>
          </a:p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</a:rPr>
              <a:t>정확도</a:t>
            </a:r>
            <a:r>
              <a:rPr lang="en-US" altLang="ko-KR" dirty="0">
                <a:solidFill>
                  <a:schemeClr val="bg1"/>
                </a:solidFill>
              </a:rPr>
              <a:t>: </a:t>
            </a:r>
            <a:r>
              <a:rPr lang="en-US" altLang="ko-KR" dirty="0" smtClean="0">
                <a:solidFill>
                  <a:schemeClr val="bg1"/>
                </a:solidFill>
              </a:rPr>
              <a:t>5</a:t>
            </a:r>
            <a:r>
              <a:rPr lang="en-US" altLang="ko-KR" dirty="0" smtClean="0">
                <a:solidFill>
                  <a:schemeClr val="bg1"/>
                </a:solidFill>
              </a:rPr>
              <a:t>5.63%</a:t>
            </a:r>
            <a:endParaRPr lang="en-US" altLang="ko-KR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ko-K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dirty="0" smtClean="0">
                <a:solidFill>
                  <a:schemeClr val="tx1"/>
                </a:solidFill>
              </a:rPr>
              <a:t>[</a:t>
            </a:r>
            <a:r>
              <a:rPr lang="ko-KR" altLang="en-US" dirty="0" smtClean="0">
                <a:solidFill>
                  <a:schemeClr val="tx1"/>
                </a:solidFill>
              </a:rPr>
              <a:t>이지운</a:t>
            </a:r>
            <a:r>
              <a:rPr lang="en-US" altLang="ko-KR" dirty="0" smtClean="0">
                <a:solidFill>
                  <a:schemeClr val="tx1"/>
                </a:solidFill>
              </a:rPr>
              <a:t>]</a:t>
            </a:r>
            <a:endParaRPr lang="en-US" altLang="ko-K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chemeClr val="tx1"/>
                </a:solidFill>
              </a:rPr>
              <a:t>손실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en-US" altLang="ko-KR" dirty="0" smtClean="0">
                <a:solidFill>
                  <a:schemeClr val="tx1"/>
                </a:solidFill>
              </a:rPr>
              <a:t>2.51</a:t>
            </a:r>
            <a:endParaRPr lang="en-US" altLang="ko-K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chemeClr val="tx1"/>
                </a:solidFill>
              </a:rPr>
              <a:t>정확도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en-US" altLang="ko-KR" dirty="0" smtClean="0">
                <a:solidFill>
                  <a:schemeClr val="tx1"/>
                </a:solidFill>
              </a:rPr>
              <a:t>52.53%</a:t>
            </a:r>
            <a:endParaRPr lang="ko-KR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ko-KR" altLang="en-US" dirty="0">
              <a:solidFill>
                <a:schemeClr val="bg1"/>
              </a:solidFill>
            </a:endParaRPr>
          </a:p>
          <a:p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xmlns="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 rtl="0"/>
              <a:t>11</a:t>
            </a:fld>
            <a:endParaRPr lang="ko-KR" altLang="en-US" dirty="0"/>
          </a:p>
        </p:txBody>
      </p:sp>
      <p:sp>
        <p:nvSpPr>
          <p:cNvPr id="12" name="직사각형 11" descr="왼쪽 강조 블록">
            <a:extLst>
              <a:ext uri="{FF2B5EF4-FFF2-40B4-BE49-F238E27FC236}">
                <a16:creationId xmlns:a16="http://schemas.microsoft.com/office/drawing/2014/main" xmlns="" id="{7F65E93D-09FF-42EE-B9DD-75063896668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31999" y="920305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" name="직선 연결선(S) 10" descr="슬라이드 구분선">
            <a:extLst>
              <a:ext uri="{FF2B5EF4-FFF2-40B4-BE49-F238E27FC236}">
                <a16:creationId xmlns:a16="http://schemas.microsoft.com/office/drawing/2014/main" xmlns="" id="{5A563457-1EC8-4978-BCCB-AFD88C9ED0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991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개체 틀 6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81" b="31681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273964" y="1237673"/>
            <a:ext cx="6918036" cy="2071126"/>
          </a:xfrm>
        </p:spPr>
        <p:txBody>
          <a:bodyPr/>
          <a:lstStyle/>
          <a:p>
            <a:r>
              <a:rPr lang="ko-KR" altLang="en-US" dirty="0" smtClean="0"/>
              <a:t>문제점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5273964" y="2211055"/>
            <a:ext cx="6918036" cy="4376296"/>
          </a:xfrm>
        </p:spPr>
        <p:txBody>
          <a:bodyPr/>
          <a:lstStyle/>
          <a:p>
            <a:pPr marL="342900" indent="-342900" algn="l">
              <a:buAutoNum type="arabicPeriod"/>
            </a:pPr>
            <a:r>
              <a:rPr lang="ko-KR" altLang="en-US" dirty="0" smtClean="0"/>
              <a:t>예상한 것보다 시간이 많이 걸림</a:t>
            </a:r>
            <a:endParaRPr lang="en-US" altLang="ko-KR" dirty="0" smtClean="0"/>
          </a:p>
          <a:p>
            <a:pPr algn="l"/>
            <a:r>
              <a:rPr lang="ko-KR" altLang="en-US" dirty="0" smtClean="0"/>
              <a:t>그런 이유로 </a:t>
            </a:r>
            <a:r>
              <a:rPr lang="en-US" altLang="ko-KR" dirty="0" smtClean="0"/>
              <a:t>Google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COLAB</a:t>
            </a:r>
            <a:r>
              <a:rPr lang="ko-KR" altLang="en-US" dirty="0" smtClean="0"/>
              <a:t>을 사용하여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시간을  절약할         </a:t>
            </a:r>
            <a:r>
              <a:rPr lang="ko-KR" altLang="en-US" dirty="0" err="1" smtClean="0"/>
              <a:t>려고</a:t>
            </a:r>
            <a:r>
              <a:rPr lang="ko-KR" altLang="en-US" dirty="0" smtClean="0"/>
              <a:t> 했으나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 방법도 시간이 많이 걸림</a:t>
            </a:r>
            <a:endParaRPr lang="en-US" altLang="ko-KR" dirty="0" smtClean="0"/>
          </a:p>
          <a:p>
            <a:pPr algn="l"/>
            <a:endParaRPr lang="en-US" altLang="ko-KR" dirty="0" smtClean="0"/>
          </a:p>
          <a:p>
            <a:pPr algn="l"/>
            <a:r>
              <a:rPr lang="en-US" altLang="ko-KR" dirty="0" smtClean="0"/>
              <a:t>2. </a:t>
            </a:r>
            <a:r>
              <a:rPr lang="ko-KR" altLang="en-US" dirty="0" smtClean="0"/>
              <a:t>용량이 방대하여 </a:t>
            </a:r>
            <a:r>
              <a:rPr lang="ko-KR" altLang="en-US" dirty="0" err="1" smtClean="0"/>
              <a:t>소분할시켜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러닝시킴</a:t>
            </a:r>
            <a:endParaRPr lang="en-US" altLang="ko-KR" dirty="0" smtClean="0"/>
          </a:p>
          <a:p>
            <a:pPr algn="l"/>
            <a:r>
              <a:rPr lang="en-US" altLang="ko-KR" dirty="0" smtClean="0"/>
              <a:t>15000</a:t>
            </a:r>
            <a:r>
              <a:rPr lang="ko-KR" altLang="en-US" dirty="0" smtClean="0"/>
              <a:t>장 이상 되는 데이터 이미지를 돌리는데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마찬가지로 너무 시간이 많이 걸려</a:t>
            </a:r>
            <a:r>
              <a:rPr lang="en-US" altLang="ko-KR" dirty="0" smtClean="0"/>
              <a:t>, 1~10</a:t>
            </a:r>
            <a:r>
              <a:rPr lang="ko-KR" altLang="en-US" dirty="0" smtClean="0"/>
              <a:t>으로 </a:t>
            </a:r>
            <a:r>
              <a:rPr lang="ko-KR" altLang="en-US" dirty="0" err="1" smtClean="0"/>
              <a:t>소분할시켜</a:t>
            </a:r>
            <a:r>
              <a:rPr lang="ko-KR" altLang="en-US" dirty="0" smtClean="0"/>
              <a:t> 돌림</a:t>
            </a:r>
            <a:r>
              <a:rPr lang="en-US" altLang="ko-KR" dirty="0" smtClean="0"/>
              <a:t>.</a:t>
            </a:r>
          </a:p>
          <a:p>
            <a:pPr algn="l"/>
            <a:endParaRPr lang="en-US" altLang="ko-KR" dirty="0" smtClean="0"/>
          </a:p>
          <a:p>
            <a:pPr algn="l"/>
            <a:r>
              <a:rPr lang="en-US" altLang="ko-KR" dirty="0" smtClean="0"/>
              <a:t>3. </a:t>
            </a:r>
            <a:r>
              <a:rPr lang="ko-KR" altLang="en-US" dirty="0" err="1" smtClean="0"/>
              <a:t>하이퍼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파라미터</a:t>
            </a:r>
            <a:r>
              <a:rPr lang="en-US" altLang="ko-KR" dirty="0" smtClean="0"/>
              <a:t>(Hyper-parameter)</a:t>
            </a:r>
            <a:r>
              <a:rPr lang="ko-KR" altLang="en-US" dirty="0" smtClean="0"/>
              <a:t>로 적합한 모델을 찾는데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시간이 많이 </a:t>
            </a:r>
            <a:r>
              <a:rPr lang="ko-KR" altLang="en-US" dirty="0" smtClean="0"/>
              <a:t>소요</a:t>
            </a:r>
            <a:endParaRPr lang="en-US" altLang="ko-KR" dirty="0" smtClean="0"/>
          </a:p>
          <a:p>
            <a:pPr algn="l"/>
            <a:r>
              <a:rPr lang="en-US" altLang="ko-KR" dirty="0" smtClean="0"/>
              <a:t>4. </a:t>
            </a:r>
            <a:r>
              <a:rPr lang="en-US" altLang="ko-KR" dirty="0" err="1" smtClean="0"/>
              <a:t>testset</a:t>
            </a:r>
            <a:r>
              <a:rPr lang="ko-KR" altLang="en-US" dirty="0" smtClean="0"/>
              <a:t>과 </a:t>
            </a:r>
            <a:r>
              <a:rPr lang="en-US" altLang="ko-KR" dirty="0" err="1" smtClean="0"/>
              <a:t>trainset</a:t>
            </a:r>
            <a:r>
              <a:rPr lang="ko-KR" altLang="en-US" dirty="0" smtClean="0"/>
              <a:t>의 이미지의 형태가 많이 달라서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좋은 결과를  얻지 못함</a:t>
            </a:r>
            <a:endParaRPr lang="en-US" altLang="ko-KR" dirty="0" smtClean="0"/>
          </a:p>
          <a:p>
            <a:pPr algn="l"/>
            <a:endParaRPr lang="en-US" altLang="ko-KR" dirty="0" smtClean="0"/>
          </a:p>
          <a:p>
            <a:pPr algn="l"/>
            <a:endParaRPr lang="en-US" altLang="ko-KR" dirty="0"/>
          </a:p>
          <a:p>
            <a:pPr algn="l"/>
            <a:endParaRPr lang="en-US" altLang="ko-KR" dirty="0" smtClean="0"/>
          </a:p>
          <a:p>
            <a:pPr algn="l"/>
            <a:r>
              <a:rPr lang="en-US" altLang="ko-KR" dirty="0"/>
              <a:t> </a:t>
            </a:r>
            <a:r>
              <a:rPr lang="en-US" altLang="ko-KR" dirty="0" smtClean="0"/>
              <a:t>  </a:t>
            </a:r>
          </a:p>
          <a:p>
            <a:pPr algn="l"/>
            <a:endParaRPr lang="en-US" altLang="ko-KR" dirty="0"/>
          </a:p>
          <a:p>
            <a:pPr algn="l"/>
            <a:endParaRPr lang="en-US" altLang="ko-KR" dirty="0" smtClean="0"/>
          </a:p>
          <a:p>
            <a:pPr algn="l"/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ZA" altLang="ko-KR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2984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개체 틀 6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3" r="2453"/>
          <a:stretch>
            <a:fillRect/>
          </a:stretch>
        </p:blipFill>
        <p:spPr>
          <a:xfrm>
            <a:off x="0" y="-176427"/>
            <a:ext cx="12192000" cy="7034427"/>
          </a:xfrm>
        </p:spPr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0" y="0"/>
            <a:ext cx="10788073" cy="1105319"/>
          </a:xfrm>
        </p:spPr>
        <p:txBody>
          <a:bodyPr/>
          <a:lstStyle/>
          <a:p>
            <a:pPr algn="l"/>
            <a:r>
              <a:rPr lang="ko-KR" altLang="en-US" dirty="0" smtClean="0"/>
              <a:t>한계점 및 어려운 점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1160" y="1334579"/>
            <a:ext cx="8902839" cy="3935720"/>
          </a:xfrm>
        </p:spPr>
        <p:txBody>
          <a:bodyPr/>
          <a:lstStyle/>
          <a:p>
            <a:pPr marL="828675" lvl="2" indent="-285750" algn="l">
              <a:buFont typeface="Arial" panose="020B0604020202020204" pitchFamily="34" charset="0"/>
              <a:buChar char="•"/>
            </a:pPr>
            <a:r>
              <a:rPr lang="ko-KR" altLang="en-US" dirty="0" smtClean="0"/>
              <a:t>용량과 성능이 좋은 컴퓨터로 해야 원활하게 </a:t>
            </a:r>
            <a:r>
              <a:rPr lang="ko-KR" altLang="en-US" dirty="0" err="1" smtClean="0"/>
              <a:t>머신러닝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MachineLearning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돌려</a:t>
            </a:r>
            <a:r>
              <a:rPr lang="en-US" altLang="ko-KR" dirty="0" smtClean="0"/>
              <a:t>,</a:t>
            </a:r>
            <a:r>
              <a:rPr lang="ko-KR" altLang="en-US" dirty="0" smtClean="0"/>
              <a:t>정확성을 빠르게 확인 가능</a:t>
            </a:r>
            <a:endParaRPr lang="en-US" altLang="ko-KR" dirty="0" smtClean="0"/>
          </a:p>
          <a:p>
            <a:pPr lvl="2" algn="l"/>
            <a:endParaRPr lang="en-US" altLang="ko-KR" dirty="0" smtClean="0"/>
          </a:p>
          <a:p>
            <a:pPr marL="828675" lvl="2" indent="-285750" algn="l">
              <a:buFont typeface="Arial" panose="020B0604020202020204" pitchFamily="34" charset="0"/>
              <a:buChar char="•"/>
            </a:pPr>
            <a:r>
              <a:rPr lang="ko-KR" altLang="en-US" dirty="0" smtClean="0"/>
              <a:t>예상했던 것보다 원하는 수치가 안 나왔음</a:t>
            </a:r>
            <a:r>
              <a:rPr lang="en-US" altLang="ko-KR" dirty="0" smtClean="0"/>
              <a:t>(</a:t>
            </a:r>
            <a:r>
              <a:rPr lang="ko-KR" altLang="en-US" dirty="0" smtClean="0"/>
              <a:t>처음 </a:t>
            </a:r>
            <a:r>
              <a:rPr lang="en-US" altLang="ko-KR" dirty="0" smtClean="0"/>
              <a:t>90%</a:t>
            </a:r>
            <a:r>
              <a:rPr lang="ko-KR" altLang="en-US" dirty="0" smtClean="0"/>
              <a:t>이상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목표치 수정 </a:t>
            </a:r>
            <a:r>
              <a:rPr lang="en-US" altLang="ko-KR" dirty="0" smtClean="0"/>
              <a:t>80%</a:t>
            </a:r>
            <a:r>
              <a:rPr lang="ko-KR" altLang="en-US" dirty="0" smtClean="0"/>
              <a:t>이상</a:t>
            </a:r>
            <a:r>
              <a:rPr lang="en-US" altLang="ko-KR" dirty="0" smtClean="0"/>
              <a:t>)</a:t>
            </a:r>
          </a:p>
          <a:p>
            <a:pPr marL="828675" lvl="2" indent="-285750" algn="l">
              <a:buFont typeface="Arial" panose="020B0604020202020204" pitchFamily="34" charset="0"/>
              <a:buChar char="•"/>
            </a:pPr>
            <a:endParaRPr lang="en-US" altLang="ko-KR" dirty="0" smtClean="0"/>
          </a:p>
          <a:p>
            <a:pPr marL="828675" lvl="2" indent="-285750" algn="l">
              <a:buFont typeface="Arial" panose="020B0604020202020204" pitchFamily="34" charset="0"/>
              <a:buChar char="•"/>
            </a:pPr>
            <a:r>
              <a:rPr lang="ko-KR" altLang="en-US" dirty="0" err="1" smtClean="0"/>
              <a:t>과적합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Overfitting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ko-KR" altLang="en-US" dirty="0"/>
              <a:t>및 </a:t>
            </a:r>
            <a:r>
              <a:rPr lang="ko-KR" altLang="en-US" dirty="0" smtClean="0"/>
              <a:t>과소적합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Underfitting</a:t>
            </a:r>
            <a:r>
              <a:rPr lang="en-US" altLang="ko-KR" dirty="0" smtClean="0"/>
              <a:t>)</a:t>
            </a:r>
            <a:r>
              <a:rPr lang="ko-KR" altLang="en-US" dirty="0" smtClean="0"/>
              <a:t>이 </a:t>
            </a:r>
            <a:r>
              <a:rPr lang="ko-KR" altLang="en-US" dirty="0"/>
              <a:t>발생할 확률 </a:t>
            </a:r>
            <a:r>
              <a:rPr lang="ko-KR" altLang="en-US" dirty="0" smtClean="0"/>
              <a:t>최소한 줄이는데 노력</a:t>
            </a:r>
            <a:endParaRPr lang="en-US" altLang="ko-KR" dirty="0" smtClean="0"/>
          </a:p>
          <a:p>
            <a:pPr marL="828675" lvl="2" indent="-285750" algn="l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828675" lvl="2" indent="-285750" algn="l">
              <a:buFont typeface="Arial" panose="020B0604020202020204" pitchFamily="34" charset="0"/>
              <a:buChar char="•"/>
            </a:pPr>
            <a:r>
              <a:rPr lang="ko-KR" altLang="en-US" dirty="0" smtClean="0"/>
              <a:t>적은 메모리 때문에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제대로 모델을 학습하지 못해</a:t>
            </a:r>
            <a:r>
              <a:rPr lang="en-US" altLang="ko-KR" dirty="0" smtClean="0"/>
              <a:t>,</a:t>
            </a:r>
            <a:r>
              <a:rPr lang="ko-KR" altLang="en-US" dirty="0" smtClean="0"/>
              <a:t> 물리적인 한계에 직면</a:t>
            </a:r>
            <a:endParaRPr lang="en-US" altLang="ko-KR" dirty="0" smtClean="0"/>
          </a:p>
          <a:p>
            <a:pPr marL="828675" lvl="2" indent="-285750" algn="l">
              <a:buFont typeface="Arial" panose="020B0604020202020204" pitchFamily="34" charset="0"/>
              <a:buChar char="•"/>
            </a:pPr>
            <a:endParaRPr lang="en-US" altLang="ko-KR" dirty="0" smtClean="0"/>
          </a:p>
          <a:p>
            <a:pPr lvl="2" algn="l"/>
            <a:endParaRPr lang="en-US" altLang="ko-KR" dirty="0" smtClean="0"/>
          </a:p>
          <a:p>
            <a:pPr lvl="2" algn="l"/>
            <a:endParaRPr lang="en-US" altLang="ko-KR" dirty="0"/>
          </a:p>
          <a:p>
            <a:pPr lvl="2" algn="l"/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ZA" altLang="ko-KR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9502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개체 틀 2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79" b="10779"/>
          <a:stretch>
            <a:fillRect/>
          </a:stretch>
        </p:blipFill>
        <p:spPr>
          <a:xfrm>
            <a:off x="0" y="0"/>
            <a:ext cx="12192000" cy="6857999"/>
          </a:xfr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B86E961-B76E-423F-995E-11B31E921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54532" y="4923691"/>
            <a:ext cx="2126777" cy="955427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ko-KR" altLang="en-US" sz="3200" dirty="0" smtClean="0"/>
              <a:t>시연</a:t>
            </a:r>
            <a:endParaRPr lang="ko-KR" altLang="en-ZA" sz="3200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70202D98-AA1E-41BB-B94E-180311759C1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 rtl="0"/>
              <a:t>14</a:t>
            </a:fld>
            <a:endParaRPr lang="ko-KR" altLang="en-ZA" dirty="0"/>
          </a:p>
        </p:txBody>
      </p:sp>
      <p:sp>
        <p:nvSpPr>
          <p:cNvPr id="11" name="Title 10" hidden="1">
            <a:extLst>
              <a:ext uri="{FF2B5EF4-FFF2-40B4-BE49-F238E27FC236}">
                <a16:creationId xmlns:a16="http://schemas.microsoft.com/office/drawing/2014/main" xmlns="" id="{C5462610-1D7E-437B-B516-F30D9A78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"/>
              <a:t>Large image</a:t>
            </a:r>
          </a:p>
        </p:txBody>
      </p:sp>
      <p:pic>
        <p:nvPicPr>
          <p:cNvPr id="8" name="그래픽 10" descr="링크">
            <a:extLst>
              <a:ext uri="{FF2B5EF4-FFF2-40B4-BE49-F238E27FC236}">
                <a16:creationId xmlns:a16="http://schemas.microsoft.com/office/drawing/2014/main" xmlns="" id="{0718E6E0-05A2-479C-AEA8-1A385EB7347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1472552" y="5040763"/>
            <a:ext cx="244786" cy="24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19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개체 틀 6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1" b="6181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4" name="제목 13">
            <a:extLst>
              <a:ext uri="{FF2B5EF4-FFF2-40B4-BE49-F238E27FC236}">
                <a16:creationId xmlns:a16="http://schemas.microsoft.com/office/drawing/2014/main" xmlns="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>
              <a:lnSpc>
                <a:spcPct val="90000"/>
              </a:lnSpc>
            </a:pPr>
            <a:r>
              <a:rPr lang="ko-KR" altLang="en-US" sz="5200" dirty="0"/>
              <a:t>감사합니다</a:t>
            </a:r>
            <a:r>
              <a:rPr lang="en-US" altLang="ko-KR" sz="5200" dirty="0"/>
              <a:t>!</a:t>
            </a:r>
            <a:endParaRPr lang="ko-KR" altLang="en-ZA" sz="52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en-US" altLang="ko-KR" sz="1800" dirty="0" smtClean="0"/>
              <a:t>1</a:t>
            </a:r>
            <a:r>
              <a:rPr lang="ko-KR" altLang="en-US" sz="1800" dirty="0" smtClean="0"/>
              <a:t>팀</a:t>
            </a:r>
            <a:endParaRPr lang="ko-KR" altLang="en-US" sz="18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11265965-2271-4C1C-BD0A-6F85F80FF9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ko-KR" altLang="en-US" sz="1800" dirty="0" smtClean="0"/>
              <a:t>김정규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조원근</a:t>
            </a:r>
            <a:endParaRPr lang="en-US" altLang="ko-KR" sz="18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xmlns="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ko-KR" altLang="en-US" sz="1800" dirty="0" smtClean="0"/>
              <a:t>이지운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서형근</a:t>
            </a:r>
            <a:endParaRPr lang="en-US" altLang="ko-KR" sz="1800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xmlns="" id="{FD8A1232-50A8-4535-AAF9-7F4180EAA0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en-US" altLang="ko-KR" sz="1800" dirty="0" smtClean="0"/>
              <a:t>2</a:t>
            </a:r>
            <a:r>
              <a:rPr lang="ko-KR" altLang="en-US" sz="1800" dirty="0" smtClean="0"/>
              <a:t>차 프로젝트</a:t>
            </a:r>
            <a:endParaRPr lang="ko-KR" altLang="en-ZA" sz="1800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xmlns="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r>
              <a:rPr lang="en-US" altLang="ko-KR" dirty="0" smtClean="0"/>
              <a:t>8</a:t>
            </a:r>
            <a:endParaRPr lang="ko-KR" altLang="en-ZA" dirty="0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222_TF16411250" id="{51E6D7ED-458D-4FF1-9877-0FB2CC5BC2C1}" vid="{A80F045F-203B-4137-A8C6-BD116D958C6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64A4C9D-F801-4923-BC6D-E0006F512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A13E14-93A6-4341-AB87-A59B2D9E00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2218FC-8412-44B9-9E82-D51F1F531141}">
  <ds:schemaRefs>
    <ds:schemaRef ds:uri="http://purl.org/dc/elements/1.1/"/>
    <ds:schemaRef ds:uri="http://schemas.microsoft.com/sharepoint/v3"/>
    <ds:schemaRef ds:uri="http://schemas.microsoft.com/office/2006/documentManagement/types"/>
    <ds:schemaRef ds:uri="fb0879af-3eba-417a-a55a-ffe6dcd6ca77"/>
    <ds:schemaRef ds:uri="http://schemas.microsoft.com/office/2006/metadata/properties"/>
    <ds:schemaRef ds:uri="http://schemas.microsoft.com/office/infopath/2007/PartnerControls"/>
    <ds:schemaRef ds:uri="6dc4bcd6-49db-4c07-9060-8acfc67cef9f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밝은 비즈니스 프레젠테이션</Template>
  <TotalTime>0</TotalTime>
  <Words>535</Words>
  <Application>Microsoft Office PowerPoint</Application>
  <PresentationFormat>와이드스크린</PresentationFormat>
  <Paragraphs>144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Candara</vt:lpstr>
      <vt:lpstr>Times New Roman</vt:lpstr>
      <vt:lpstr>Office 테마</vt:lpstr>
      <vt:lpstr>AI 머신 러닝을 활용한 천체 구별</vt:lpstr>
      <vt:lpstr>목차</vt:lpstr>
      <vt:lpstr>구상</vt:lpstr>
      <vt:lpstr>구상</vt:lpstr>
      <vt:lpstr>구상</vt:lpstr>
      <vt:lpstr>구상</vt:lpstr>
      <vt:lpstr>작업 흐름도</vt:lpstr>
      <vt:lpstr>작업 흐름도</vt:lpstr>
      <vt:lpstr>구현</vt:lpstr>
      <vt:lpstr>구현</vt:lpstr>
      <vt:lpstr>구현</vt:lpstr>
      <vt:lpstr>문제점</vt:lpstr>
      <vt:lpstr>한계점 및 어려운 점</vt:lpstr>
      <vt:lpstr>Large image</vt:lpstr>
      <vt:lpstr>감사합니다!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2023-11-30T07:25:05Z</dcterms:created>
  <dcterms:modified xsi:type="dcterms:W3CDTF">2023-12-06T01:47:01Z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